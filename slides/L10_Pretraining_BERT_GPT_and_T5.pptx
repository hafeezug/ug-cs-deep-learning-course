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12a8c73cb74c32" /><Relationship Type="http://schemas.openxmlformats.org/officeDocument/2006/relationships/extended-properties" Target="/docProps/app.xml" Id="Rb88c4116a2dd4ead" /><Relationship Type="http://schemas.openxmlformats.org/officeDocument/2006/relationships/officeDocument" Target="/ppt/presentation.xml" Id="Rf4b204fec9a8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85e70c37a4e12"/>
  </p:sldMasterIdLst>
  <p:notesMasterIdLst>
    <p:notesMasterId xmlns:r="http://schemas.openxmlformats.org/officeDocument/2006/relationships" r:id="R1cfb728040774b8f"/>
  </p:notesMasterIdLst>
  <p:sldIdLst>
    <p:sldId xmlns:r="http://schemas.openxmlformats.org/officeDocument/2006/relationships" id="256" r:id="R810446023e65421a"/>
    <p:sldId xmlns:r="http://schemas.openxmlformats.org/officeDocument/2006/relationships" id="257" r:id="R132e4bb51d204b38"/>
    <p:sldId xmlns:r="http://schemas.openxmlformats.org/officeDocument/2006/relationships" id="258" r:id="R09c5d8511587455f"/>
    <p:sldId xmlns:r="http://schemas.openxmlformats.org/officeDocument/2006/relationships" id="259" r:id="Ra5f15406a997423e"/>
    <p:sldId xmlns:r="http://schemas.openxmlformats.org/officeDocument/2006/relationships" id="260" r:id="R3a6511f16b474de7"/>
    <p:sldId xmlns:r="http://schemas.openxmlformats.org/officeDocument/2006/relationships" id="261" r:id="R888eba5cc1844fcf"/>
    <p:sldId xmlns:r="http://schemas.openxmlformats.org/officeDocument/2006/relationships" id="262" r:id="R68312c12ea2f45a9"/>
    <p:sldId xmlns:r="http://schemas.openxmlformats.org/officeDocument/2006/relationships" id="263" r:id="Re346a54085a44824"/>
    <p:sldId xmlns:r="http://schemas.openxmlformats.org/officeDocument/2006/relationships" id="264" r:id="Rc0398572f2bc4e26"/>
    <p:sldId xmlns:r="http://schemas.openxmlformats.org/officeDocument/2006/relationships" id="265" r:id="Rd75d50196381406b"/>
    <p:sldId xmlns:r="http://schemas.openxmlformats.org/officeDocument/2006/relationships" id="266" r:id="Rc1ab2f46d1ee4aa5"/>
    <p:sldId xmlns:r="http://schemas.openxmlformats.org/officeDocument/2006/relationships" id="267" r:id="R8a238fe995aa492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1599474c82418c" /><Relationship Type="http://schemas.openxmlformats.org/officeDocument/2006/relationships/slideMaster" Target="/ppt/slideMasters/slideMaster1.xml" Id="R80285e70c37a4e12" /><Relationship Type="http://schemas.openxmlformats.org/officeDocument/2006/relationships/notesMaster" Target="/ppt/notesMasters/notesMaster1.xml" Id="R1cfb728040774b8f" /><Relationship Type="http://schemas.openxmlformats.org/officeDocument/2006/relationships/presProps" Target="/ppt/presProps.xml" Id="R64def02252714ef2" /><Relationship Type="http://schemas.openxmlformats.org/officeDocument/2006/relationships/tableStyles" Target="/ppt/tableStyles.xml" Id="Rc5da307584144c2c" /><Relationship Type="http://schemas.openxmlformats.org/officeDocument/2006/relationships/slide" Target="/ppt/slides/slide1.xml" Id="R810446023e65421a" /><Relationship Type="http://schemas.openxmlformats.org/officeDocument/2006/relationships/slide" Target="/ppt/slides/slide2.xml" Id="R132e4bb51d204b38" /><Relationship Type="http://schemas.openxmlformats.org/officeDocument/2006/relationships/slide" Target="/ppt/slides/slide3.xml" Id="R09c5d8511587455f" /><Relationship Type="http://schemas.openxmlformats.org/officeDocument/2006/relationships/slide" Target="/ppt/slides/slide4.xml" Id="Ra5f15406a997423e" /><Relationship Type="http://schemas.openxmlformats.org/officeDocument/2006/relationships/slide" Target="/ppt/slides/slide5.xml" Id="R3a6511f16b474de7" /><Relationship Type="http://schemas.openxmlformats.org/officeDocument/2006/relationships/slide" Target="/ppt/slides/slide6.xml" Id="R888eba5cc1844fcf" /><Relationship Type="http://schemas.openxmlformats.org/officeDocument/2006/relationships/slide" Target="/ppt/slides/slide7.xml" Id="R68312c12ea2f45a9" /><Relationship Type="http://schemas.openxmlformats.org/officeDocument/2006/relationships/slide" Target="/ppt/slides/slide8.xml" Id="Re346a54085a44824" /><Relationship Type="http://schemas.openxmlformats.org/officeDocument/2006/relationships/slide" Target="/ppt/slides/slide9.xml" Id="Rc0398572f2bc4e26" /><Relationship Type="http://schemas.openxmlformats.org/officeDocument/2006/relationships/slide" Target="/ppt/slides/slide10.xml" Id="Rd75d50196381406b" /><Relationship Type="http://schemas.openxmlformats.org/officeDocument/2006/relationships/slide" Target="/ppt/slides/slide11.xml" Id="Rc1ab2f46d1ee4aa5" /><Relationship Type="http://schemas.openxmlformats.org/officeDocument/2006/relationships/slide" Target="/ppt/slides/slide12.xml" Id="R8a238fe995aa49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a34b96d0d140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2c5fb64f9475b" /><Relationship Type="http://schemas.openxmlformats.org/officeDocument/2006/relationships/notesMaster" Target="/ppt/notesMasters/notesMaster1.xml" Id="R282d47e00f7e43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d51c3dc3f34497" /><Relationship Type="http://schemas.openxmlformats.org/officeDocument/2006/relationships/notesMaster" Target="/ppt/notesMasters/notesMaster1.xml" Id="Recdb4623490c41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38d7ce9d61e4fb8" /><Relationship Type="http://schemas.openxmlformats.org/officeDocument/2006/relationships/notesMaster" Target="/ppt/notesMasters/notesMaster1.xml" Id="R08b98fc735604d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45da59a9bd43fc" /><Relationship Type="http://schemas.openxmlformats.org/officeDocument/2006/relationships/notesMaster" Target="/ppt/notesMasters/notesMaster1.xml" Id="R6f2cde665d5f4b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a2464dc0944905" /><Relationship Type="http://schemas.openxmlformats.org/officeDocument/2006/relationships/notesMaster" Target="/ppt/notesMasters/notesMaster1.xml" Id="R8eee6cd96daf49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388ead8ccb44fe" /><Relationship Type="http://schemas.openxmlformats.org/officeDocument/2006/relationships/notesMaster" Target="/ppt/notesMasters/notesMaster1.xml" Id="Raa2a24fc866840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f2c022bad94b5b" /><Relationship Type="http://schemas.openxmlformats.org/officeDocument/2006/relationships/notesMaster" Target="/ppt/notesMasters/notesMaster1.xml" Id="R9367f6a0278046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389d0f362843e4" /><Relationship Type="http://schemas.openxmlformats.org/officeDocument/2006/relationships/notesMaster" Target="/ppt/notesMasters/notesMaster1.xml" Id="Rac09fabf6c534e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dbcc7c9324bc4" /><Relationship Type="http://schemas.openxmlformats.org/officeDocument/2006/relationships/notesMaster" Target="/ppt/notesMasters/notesMaster1.xml" Id="R32e41ba0564e4c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a854d8c87d4364" /><Relationship Type="http://schemas.openxmlformats.org/officeDocument/2006/relationships/notesMaster" Target="/ppt/notesMasters/notesMaster1.xml" Id="R0b155b7ba1594e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981d7521c74431" /><Relationship Type="http://schemas.openxmlformats.org/officeDocument/2006/relationships/notesMaster" Target="/ppt/notesMasters/notesMaster1.xml" Id="R87f156f16a114d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24a78fd4e241fb" /><Relationship Type="http://schemas.openxmlformats.org/officeDocument/2006/relationships/notesMaster" Target="/ppt/notesMasters/notesMaster1.xml" Id="Rac59fee44ea24e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e40c1245a47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374033afd4a94" /><Relationship Type="http://schemas.openxmlformats.org/officeDocument/2006/relationships/slideLayout" Target="/ppt/slideLayouts/slideLayout1.xml" Id="Rc8b6c8be594d45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6c8be594d45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c8ee5760c4e25" /><Relationship Type="http://schemas.openxmlformats.org/officeDocument/2006/relationships/notesSlide" Target="/ppt/notesSlides/notesSlide1.xml" Id="R1eecae71dfa148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484720f61495f" /><Relationship Type="http://schemas.openxmlformats.org/officeDocument/2006/relationships/notesSlide" Target="/ppt/notesSlides/notesSlide2.xml" Id="R62de22c6da7243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2e750245d484e" /><Relationship Type="http://schemas.openxmlformats.org/officeDocument/2006/relationships/notesSlide" Target="/ppt/notesSlides/notesSlide3.xml" Id="Rae475481ff504f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f3e1ec4344148" /><Relationship Type="http://schemas.openxmlformats.org/officeDocument/2006/relationships/notesSlide" Target="/ppt/notesSlides/notesSlide4.xml" Id="R4aafe5fd1e0a44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275cea0fa4281" /><Relationship Type="http://schemas.openxmlformats.org/officeDocument/2006/relationships/notesSlide" Target="/ppt/notesSlides/notesSlide5.xml" Id="R4eb9311386c443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b8c6da5744820" /><Relationship Type="http://schemas.openxmlformats.org/officeDocument/2006/relationships/notesSlide" Target="/ppt/notesSlides/notesSlide6.xml" Id="R77e4a418515d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42ae9ac374b25" /><Relationship Type="http://schemas.openxmlformats.org/officeDocument/2006/relationships/notesSlide" Target="/ppt/notesSlides/notesSlide7.xml" Id="R1b53ba6d610e4c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273d2d09a477e" /><Relationship Type="http://schemas.openxmlformats.org/officeDocument/2006/relationships/notesSlide" Target="/ppt/notesSlides/notesSlide8.xml" Id="R4dd28fcd62c14b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bee11413d4297" /><Relationship Type="http://schemas.openxmlformats.org/officeDocument/2006/relationships/notesSlide" Target="/ppt/notesSlides/notesSlide9.xml" Id="Rf2ca8fe9494d46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0e86b1c804276" /><Relationship Type="http://schemas.openxmlformats.org/officeDocument/2006/relationships/notesSlide" Target="/ppt/notesSlides/notesSlide10.xml" Id="Re19de762128f4b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3f4758b34f94" /><Relationship Type="http://schemas.openxmlformats.org/officeDocument/2006/relationships/notesSlide" Target="/ppt/notesSlides/notesSlide11.xml" Id="Re60be0ee122c41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8d6c1f8fc41ae" /><Relationship Type="http://schemas.openxmlformats.org/officeDocument/2006/relationships/notesSlide" Target="/ppt/notesSlides/notesSlide12.xml" Id="Rb39585c9bdaa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E10ACF-B72F-4DAB-ACD1-255DBAD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10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6128A-62A1-4313-B899-CF10B74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Pretraining, BERT, GPT, and T5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257FD-5816-4F1F-8A37-2538B4A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Pretraining objectives shape what a Transformer learns and how it can be adapted to downstream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C7A4B-E45D-469D-ACD8-1F31122A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9689F-9296-4C1E-B9BF-B07C761C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723B3-9E49-4CBD-B3D0-8595BCA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28600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356EF-E67B-4E3B-AA64-A529963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2457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129DA-EA42-41D7-8B7F-780C0D38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228600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Training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9D755-0F0D-4CB3-BD18-6006A79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3D1CC-4547-4694-A193-9F7BA1CB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8135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B3653-0EE9-4D13-A7EF-C105EE48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538" y="33528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118D5-F52E-48F3-8709-7339EB38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488" y="3181350"/>
            <a:ext cx="1833563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68BFF-38E0-4129-89DC-F82F05E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36A5E-C084-44C8-8B96-2BA5C0BF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09CF5-4204-4AEF-B879-C244D911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BC06B-EE2B-4C6F-8A0B-F80F991F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D13BE-1D0C-4D4C-B228-9035D1B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4225802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B59B1-4D21-4830-BC24-969388D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74CDD-077C-49F5-9644-9980DFE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B4372-CC23-42C1-823F-2B7785C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DC377-EF3E-4592-B7DF-86EAA03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CCD6F-FF21-4F63-9A33-5F645709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masked, causal, and sequence-to-sequence pretraining.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5ADF8-51BF-4F7D-8608-BC8A47F6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1EA81-79FD-493B-B106-A54F1E7F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68F11-D50C-436E-B8E6-8B67B5FC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Relate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9FBCF-AF1C-4ECF-940B-C07684D5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Relate BERT, GPT, and T5 architecture choices to tasks.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D5860-7042-441B-98DC-5E5145A1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51AF9-09B8-456E-A39A-C0CF0B24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9AEB6-7CA3-46CD-A636-AB413C69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FD329-748E-4A36-882D-CF772E85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Design a safe transfer and evaluation plan for a pretrained model.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33805-5A78-4103-8D53-702CADA7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08E58-78AF-4D00-AB88-FADFD5D2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836A4-C4AF-47C9-BBFD-93B482D9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41E3F-92EF-4AA3-A7A1-B30A44C3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learning objective defines the information available during pretraining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39684B-18DD-4326-9C88-60E81AF6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CA558-124B-4523-BBCB-FCBB3903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BERT, GPT, and T5 differ in connectivity and prediction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BC71B-5C9A-4D5F-AFAD-7BEACDBE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589FED-C5DB-4068-A960-E771D209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sentence yields three different training examples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757B3-3A0A-46E9-A552-8FBB42BD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004BC-6321-4E75-8C15-7BD2B2BF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Adaptation should begin with the smallest change that can work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E39BFC-5E21-4AAB-B887-D47B5EF2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CEAC3-74AF-4227-A3E7-7DC2E4DD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 model family from the output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EC1B9E-AAD1-4539-90CF-158AA498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91D75-8934-4ECD-9ECE-F144A299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Match model family, objective, and 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27283-E882-4E77-B842-F9A8E27B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47B717-5DA8-4719-AC83-BA726959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4C330-6EBA-4DEC-B795-7D3951AD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8304A6-859C-4070-B6B4-ED162760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99208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F4F553-86D6-4B1B-8648-D85ABD5D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A7275-6EA6-44E5-8907-0481A80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learning objective defines the information available during pretraining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C8C92-103C-4D0A-A671-1387F339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3F26A-DDE0-484E-8EFC-B2A0BBE1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5F79F-0254-4892-925F-E8D3DDD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CEBE5D-1FBA-4B5B-B97E-40CD715C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6A3B8-AC1D-45C9-A165-6E924E32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238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59FC6-63E5-4705-B974-68EE881C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Tokens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A84CD-63E6-4562-862F-C9AA2B1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Context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2A562D-C5C0-4A9C-9ECD-2289A77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Prediction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3ED56-3ABA-44EF-AEF0-88F8B010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51CCE-4444-4D09-A258-2F8C6659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895600"/>
            <a:ext cx="14668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 + 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6B11A-F5B1-42A9-87F7-01A26B76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Architecture, mask, and objective jointly determine whether the model encodes, generates, or transforms sequences.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1F09D-412F-415A-8564-A4E5C29F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61BCF-D200-43FF-B8BE-E2A37917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C7F3C-DB96-416F-8C35-8E1226C9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540E52-CD97-45FE-8570-AD845624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7E576-D935-41A0-B273-09F9A704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5610086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CA4168-BAA6-43BB-8CAB-4C9D92E0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932F6-F53E-4959-BB3C-1DAA76B8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BERT, GPT, and T5 differ in connectivity and prediction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5F597-5625-4505-9587-B7E556CD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BERT uses a bidirectional encoder and masked-token objectives.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GPT uses a causal decoder and next-token prediction.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T5 uses an encoder-decoder and treats tasks as text-to-text.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E10D1-10CB-444B-8E42-B21F453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FD279-0C4A-4584-B109-9C47DFA1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81838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83A9B-C7FA-45B5-BA78-8F9E12A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2190750"/>
            <a:ext cx="1994821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bidirectional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77B46-92F6-40D6-AD14-D6DE9FFC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609" y="2190750"/>
            <a:ext cx="1958816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masked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41644-6977-4BD6-9EFF-9ACDE4F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81838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9FBDE-842A-4028-B19B-A925D61D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2990850"/>
            <a:ext cx="1994821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left context only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C4879-028A-4000-B585-0BD11C3B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609" y="2990850"/>
            <a:ext cx="1958816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next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3AE8F-1324-471C-8D83-005D9E2E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818388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0E6E5-4553-4BF6-B65E-5D68D8FC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338" y="3790950"/>
            <a:ext cx="1994821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encoder → decoder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E00B3-852F-4C97-BA6F-A39E5A65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609" y="3790950"/>
            <a:ext cx="1958816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reconstruct missing spans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3419A-6D0C-4310-9824-D632A65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Pretraining objectives shape what a Transformer learns and how it can be adapted to downstream tasks.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E6BFC-F5C5-4123-AE26-34DBD4F9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3B4B5-BF70-4189-A6FA-F91D8166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90B9E-EC12-47B4-BD43-3D2710F7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85845A-B931-43FB-B772-F64685F0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898625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CCD76-A3B9-40DF-9393-098778A7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360A7-8973-413D-8ADE-399C5175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sentence yields three different training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71C46-B8FA-4067-9656-0A8C297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3054F-45A9-4B19-BBA0-651E7EA5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the sentence 'the sea is calm' to form masked, causal, and span-corruption objectives.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36502-4E8E-4A11-A8A0-A478E2C5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1DA4E-9843-4A29-AD41-1E804024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Masked: predict a hidden token from both sides.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A9FD9-EB38-4CD5-AC7E-F9B01BBC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6D955-A6E1-429B-AC17-6F659A3E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Causal: predict each next token from the prefix.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EC4A70-C33B-43B2-B5D3-C02EF5C9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F9A3F-DE9C-4F4C-B5FA-86DBC0F8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Span corruption: reconstruct removed spans from sentinel markers.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7868-B5CA-406E-ACE0-9E175F0A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348A5-0801-4010-A9A3-6FAF22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E601D-6F22-4B4E-A93A-39A36138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targets look similar, but the permitted context and learned behavior differ.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66DCC6-96B0-4806-8E33-23226695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52AFF-0CB3-48C9-A230-E77F36BF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385F4-2FC3-4584-8613-97EA47B5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5839E-0E5D-44A3-888A-AE5C4C7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9745459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F5A2D-DF9E-4027-8950-9E9DE33D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7A31-8A90-42F2-A5E1-AED78C40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Adaptation should begin with the smallest change that can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E2E33-504C-4194-8F17-5757F421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 fixed encoder plus classifier head provides a strong low-cost baseline.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Full fine-tuning updates all weights and increases instability and compute.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Parameter-efficient methods adapt small modules while preserving the base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BECC0-7560-4B39-8870-92EB8717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B93D8-5540-48C7-94C5-307E891D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26313-95D2-4083-9434-7FC7721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618B7-A837-4B09-890F-A06B42E9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Probe frozen features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8E2F3-4DDE-46D6-B84A-97F63ACE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D23C5-CBDB-46D8-B4F4-DA26EA46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580C0-E02D-4FB0-968F-2F1DC27A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Tune a small head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876E0-E244-43D0-8492-36B2248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38AE1-5749-48EB-9772-503BF391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4364A-852D-41B5-8244-0DE75307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Escalate only with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E6B98-D77D-4ADD-A4C6-A38E3CF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4C2A74-865D-4A5D-AF59-260CC461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2F781-B2EA-4FF2-8520-BA7972E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D29C5-3186-47D6-A127-6E2AE6BE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26227-94AA-4CDC-9035-8B49C28B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256149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2F666E-2978-433C-ABE9-B1D35263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A099A-15DE-4923-800B-A4188E2E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 model family from the output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B3D36-B8E9-4BA1-986F-57515F16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most fashionable architecture is irrelevant if its training connectivity does not match the required output.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0AEB8-B507-43A9-9A0D-C0AD63AF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1B8FB-5C8A-4FB2-AB25-56CDB7CF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Encoder emphasis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A0442-19AF-433B-A093-DB1F1C7F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Classification and tagging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Bidirectional context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Compact task-specific heads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6C984-DA56-4681-B8B9-C704F2ED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0EDFA-E911-46EF-8EBB-66CA3778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Decoder or encoder-decoder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AC75D-5087-4F71-B503-2A07773B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Open-ended generation or transformation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Autoregressive decoding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Quality, latency, and safety constraints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C0AAA-85E1-407D-8A38-58093B41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7194C-FF21-4FF6-AC51-D81F3484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D5C1D7-41B1-43B7-89D0-E0A63B2F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53821-D21D-40D2-BA83-7272D2A4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6815074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73E9C-6EA8-4E77-98B6-13A8728C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8BE3C-2BB1-4E85-9817-BE258CAE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Transfer evaluation needs a frozen baseline and a clean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C2C8AB-8C8A-4167-9BF6-F8D605FA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37E65-ED3D-4F26-BA4B-CBE24D6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encoder.requires_grad_(False)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features = encoder(tokens, mask)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logits = head(features[:, 0])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loss = cross_entropy(logits, labels)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compare(frozen, partial, full)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7F35C-507D-4CD8-9B90-A4B2A12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BE038-5D46-4933-B48E-07A9EB8F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D2884-F783-4F15-B695-520271E9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Fit tokenization on allowed data only.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62BDA-3666-4E58-8145-34340B5B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B83A8-3B0B-43F5-8E3E-0DDB98D8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task and subgroup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7BECA-F4E5-4801-8D26-15997B66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C8893-4AB2-4053-B8BE-6D8B7A4E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Track compute and model version.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17EA3A-18B8-4219-AD24-BE5F5D1F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02566-7114-4F33-A01B-2FB0763F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962C4-F630-4A71-BA6D-117134A4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BBAFD-CBA4-484F-9744-15C655F2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204022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5A1E3-0193-4CF9-97A8-795B0849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34C82-78AB-443F-8F2F-FAA14C5B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Pretraining transfers capability and risk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59952-4A30-449B-87C2-0847714B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DC072-AE4C-4F8E-9830-E93F93C2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BB602-CD2D-484E-966C-71CB4A3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Objective mismatch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BD4D8-4726-493F-B21B-00DC64F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Pretraining behavior does not align with the downstream output.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4D05E-823C-43A3-892C-F5770B95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D285E-DA76-4BF1-8206-F86ED5A2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F8A28-D4B3-4B85-A804-1C5FEA7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Contamination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8E556-C80B-46AF-8235-2378101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Evaluation examples or near-duplicates appear in pretraining or 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5B42D-51D7-470D-BB75-020884F0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56F310-74F1-49C6-AA65-89C15B2A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A67BD-6BD6-403A-ACEA-89D9C3C6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Unsafe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1C695-A55D-41E0-B436-47152AE7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Fluent outputs are mistaken for grounded or calibrated answers.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4BC1F-DBB7-41D4-89CE-8DFE2BDC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1392A-461A-4EB5-810A-3995D1AD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88EBF-33D7-48A0-82C1-2C946BC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6F1DDD-AE39-4EAC-AEEE-4DD8EA14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A23AD-85FA-4611-882E-94A921F4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741115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9747F6-9F4E-4B7A-9A06-624671A9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F0FB0-8576-4F16-80DD-FD3FC1D2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Match model family, objective,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123B0-7C6C-4CB5-8B4C-D058575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7FD3D-5C76-4869-9279-E72733D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a model family for Urdu sentiment, meeting summarization, code completion, and bilingual translation. State the adaptation method and one risk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CA25D-EB12-4CB7-9577-D5C93A7A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5DD3C-6E69-4F9C-89D3-C854FE94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output contract.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CC0E6-C36B-43D4-9F10-F4953614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55BC6-D178-4861-98C6-AE2EAB48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connectivity and objective.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DE8A0-D9C3-45A6-9002-026C534B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6AB33-3D36-4171-9102-F0B18D73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Specify evidence beyond accuracy.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3F3FB-BEAD-4AE8-B8CC-228B1B0E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006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39417-6B21-4478-A904-1E026419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340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good choice includes latency, data, and safety constraints.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9D8C6-953D-4B73-A7DB-D1AEEC06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2C700-BFF0-4A81-A9F1-F7C13DF3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6D19B3-8524-43D9-BBA4-3FE6E156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521FA-4DB1-4674-8E18-077936A6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809387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B1BAC3-FFC4-4DF4-BAD3-7D3B07F5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352D0-E895-41A0-AACB-E671F3BB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684DFC-FFBE-414C-BADD-10C7DBB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BB01D-3A3F-4914-B768-0E7BC23B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D7CF4-6372-425C-A026-5B4D9BA3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79C86A-6A53-4803-B1ED-126010EB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Pretraining objectives create different representation and generation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4A669-1EC5-4566-A1EA-C698A920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7C9A8-E372-4F5E-A8E2-AE3D735F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DFDFB-FC68-4402-9684-20E65A73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BERT, GPT, and T5 are patterns, not interchangeable labels.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D8CE7-F5EA-4177-B52D-9C24E5F3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87A71-14E7-4C35-9DDD-69A06A8A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50EED-EE75-4281-9C47-299ABF8F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Adaptation should escalate from the smallest defensible 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CDDCE-C048-4D56-96C3-5FFA5BC4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Pretraining objectives shape what a Transformer learns and how it can be adapted to downstream tasks.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7C8524-D0A7-4C77-BB99-3497CC52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12.5-12.10 | B3 Sec. 11.9, 15.8-15.10, 16.7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38920-9578-409F-B204-B901996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60F98-0D2C-46F5-A7C1-2758EEA0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17371E-97D7-4C63-8390-BB4068EA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342895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809602-E3FA-4F02-8D4F-159877EC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B6742-7C4A-4C50-9221-052FB7EE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Pretraining objectives shape what a Transformer learns and how it can be adapted to downstream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CB304-82E0-40E8-B8F9-A90668F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60BFB-0542-421A-9475-56BEF431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39E7E-273A-4F5C-BA21-C89FADFD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 causal model unsuitable for some bidirectional tasks without adaptation?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D8F89-D75D-4805-80D4-E8FE5178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5F8AE-DE2D-45AE-B792-F526323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evidence justifies full fine-tuning?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725C3-D5D1-40C2-BE5F-9EC70A24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BA959-B955-45FB-A7B6-879E4830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72596-DB6B-4059-AEA3-4C7F7175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AF0F1-261D-4755-8FA9-AAD8E10A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68BB9-0215-4C51-BF7C-E34BB6C8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0EE3E-027A-4E7B-B7E1-68BE8C9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110D4-31D5-4076-A61D-4D5BA399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10 | Pretraining, BERT, GPT, and T5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139BC-B7A8-44C8-B44A-0DD848D8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132835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2026-07-12T22:11:54.0090000Z</dcterms:created>
  <dcterms:modified xsi:type="dcterms:W3CDTF">2026-07-12T22:11:54.0090000Z</dcterms:modified>
</coreProperties>
</file>