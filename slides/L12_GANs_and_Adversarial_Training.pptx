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badb8eb1e246c6" /><Relationship Type="http://schemas.openxmlformats.org/officeDocument/2006/relationships/extended-properties" Target="/docProps/app.xml" Id="Rdc727036d61940a1" /><Relationship Type="http://schemas.openxmlformats.org/officeDocument/2006/relationships/officeDocument" Target="/ppt/presentation.xml" Id="R640c072f61d542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13b170fb444e27"/>
  </p:sldMasterIdLst>
  <p:notesMasterIdLst>
    <p:notesMasterId xmlns:r="http://schemas.openxmlformats.org/officeDocument/2006/relationships" r:id="Red0408e0ea054842"/>
  </p:notesMasterIdLst>
  <p:sldIdLst>
    <p:sldId xmlns:r="http://schemas.openxmlformats.org/officeDocument/2006/relationships" id="256" r:id="R5049044fe383474c"/>
    <p:sldId xmlns:r="http://schemas.openxmlformats.org/officeDocument/2006/relationships" id="257" r:id="R7e008748b71045b0"/>
    <p:sldId xmlns:r="http://schemas.openxmlformats.org/officeDocument/2006/relationships" id="258" r:id="R444eab896d684555"/>
    <p:sldId xmlns:r="http://schemas.openxmlformats.org/officeDocument/2006/relationships" id="259" r:id="Rf048ead0e0234d06"/>
    <p:sldId xmlns:r="http://schemas.openxmlformats.org/officeDocument/2006/relationships" id="260" r:id="R7db3b336159247a9"/>
    <p:sldId xmlns:r="http://schemas.openxmlformats.org/officeDocument/2006/relationships" id="261" r:id="R268b6e158cd948c3"/>
    <p:sldId xmlns:r="http://schemas.openxmlformats.org/officeDocument/2006/relationships" id="262" r:id="Rf7895221e8f94818"/>
    <p:sldId xmlns:r="http://schemas.openxmlformats.org/officeDocument/2006/relationships" id="263" r:id="Rd3b3c187e5fb459e"/>
    <p:sldId xmlns:r="http://schemas.openxmlformats.org/officeDocument/2006/relationships" id="264" r:id="Rae288da9e55a42eb"/>
    <p:sldId xmlns:r="http://schemas.openxmlformats.org/officeDocument/2006/relationships" id="265" r:id="Rdcef70d339d54b68"/>
    <p:sldId xmlns:r="http://schemas.openxmlformats.org/officeDocument/2006/relationships" id="266" r:id="R7db86cf291f04bc1"/>
    <p:sldId xmlns:r="http://schemas.openxmlformats.org/officeDocument/2006/relationships" id="267" r:id="R0b32c06d58b146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543eadd4374f22" /><Relationship Type="http://schemas.openxmlformats.org/officeDocument/2006/relationships/slideMaster" Target="/ppt/slideMasters/slideMaster1.xml" Id="R4c13b170fb444e27" /><Relationship Type="http://schemas.openxmlformats.org/officeDocument/2006/relationships/notesMaster" Target="/ppt/notesMasters/notesMaster1.xml" Id="Red0408e0ea054842" /><Relationship Type="http://schemas.openxmlformats.org/officeDocument/2006/relationships/presProps" Target="/ppt/presProps.xml" Id="Rd745b06d913748de" /><Relationship Type="http://schemas.openxmlformats.org/officeDocument/2006/relationships/tableStyles" Target="/ppt/tableStyles.xml" Id="R73516bfd1ec342f1" /><Relationship Type="http://schemas.openxmlformats.org/officeDocument/2006/relationships/slide" Target="/ppt/slides/slide1.xml" Id="R5049044fe383474c" /><Relationship Type="http://schemas.openxmlformats.org/officeDocument/2006/relationships/slide" Target="/ppt/slides/slide2.xml" Id="R7e008748b71045b0" /><Relationship Type="http://schemas.openxmlformats.org/officeDocument/2006/relationships/slide" Target="/ppt/slides/slide3.xml" Id="R444eab896d684555" /><Relationship Type="http://schemas.openxmlformats.org/officeDocument/2006/relationships/slide" Target="/ppt/slides/slide4.xml" Id="Rf048ead0e0234d06" /><Relationship Type="http://schemas.openxmlformats.org/officeDocument/2006/relationships/slide" Target="/ppt/slides/slide5.xml" Id="R7db3b336159247a9" /><Relationship Type="http://schemas.openxmlformats.org/officeDocument/2006/relationships/slide" Target="/ppt/slides/slide6.xml" Id="R268b6e158cd948c3" /><Relationship Type="http://schemas.openxmlformats.org/officeDocument/2006/relationships/slide" Target="/ppt/slides/slide7.xml" Id="Rf7895221e8f94818" /><Relationship Type="http://schemas.openxmlformats.org/officeDocument/2006/relationships/slide" Target="/ppt/slides/slide8.xml" Id="Rd3b3c187e5fb459e" /><Relationship Type="http://schemas.openxmlformats.org/officeDocument/2006/relationships/slide" Target="/ppt/slides/slide9.xml" Id="Rae288da9e55a42eb" /><Relationship Type="http://schemas.openxmlformats.org/officeDocument/2006/relationships/slide" Target="/ppt/slides/slide10.xml" Id="Rdcef70d339d54b68" /><Relationship Type="http://schemas.openxmlformats.org/officeDocument/2006/relationships/slide" Target="/ppt/slides/slide11.xml" Id="R7db86cf291f04bc1" /><Relationship Type="http://schemas.openxmlformats.org/officeDocument/2006/relationships/slide" Target="/ppt/slides/slide12.xml" Id="R0b32c06d58b146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d34322658f46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99b72ae00a4518" /><Relationship Type="http://schemas.openxmlformats.org/officeDocument/2006/relationships/notesMaster" Target="/ppt/notesMasters/notesMaster1.xml" Id="R5e2c99b6dbd84f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4e9946b63444de" /><Relationship Type="http://schemas.openxmlformats.org/officeDocument/2006/relationships/notesMaster" Target="/ppt/notesMasters/notesMaster1.xml" Id="R74cbd54dc08d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1bd82f02a4b09" /><Relationship Type="http://schemas.openxmlformats.org/officeDocument/2006/relationships/notesMaster" Target="/ppt/notesMasters/notesMaster1.xml" Id="R916d392b35a845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bcb8672e774b24" /><Relationship Type="http://schemas.openxmlformats.org/officeDocument/2006/relationships/notesMaster" Target="/ppt/notesMasters/notesMaster1.xml" Id="R572e27b340a146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b9759a528f45ba" /><Relationship Type="http://schemas.openxmlformats.org/officeDocument/2006/relationships/notesMaster" Target="/ppt/notesMasters/notesMaster1.xml" Id="R0d657346b9f54c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b16fe82b1746a9" /><Relationship Type="http://schemas.openxmlformats.org/officeDocument/2006/relationships/notesMaster" Target="/ppt/notesMasters/notesMaster1.xml" Id="R1c474efcce6a4e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1d00816ccf4b6a" /><Relationship Type="http://schemas.openxmlformats.org/officeDocument/2006/relationships/notesMaster" Target="/ppt/notesMasters/notesMaster1.xml" Id="Rdf7ea9ba88d948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1f70ad4a26460b" /><Relationship Type="http://schemas.openxmlformats.org/officeDocument/2006/relationships/notesMaster" Target="/ppt/notesMasters/notesMaster1.xml" Id="R3c55a72b398543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2a8825d899432d" /><Relationship Type="http://schemas.openxmlformats.org/officeDocument/2006/relationships/notesMaster" Target="/ppt/notesMasters/notesMaster1.xml" Id="R5061b8b9772540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81508a54044275" /><Relationship Type="http://schemas.openxmlformats.org/officeDocument/2006/relationships/notesMaster" Target="/ppt/notesMasters/notesMaster1.xml" Id="R724d92c210c44e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953b45d0974278" /><Relationship Type="http://schemas.openxmlformats.org/officeDocument/2006/relationships/notesMaster" Target="/ppt/notesMasters/notesMaster1.xml" Id="R4245b58117b34d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c58802814846d6" /><Relationship Type="http://schemas.openxmlformats.org/officeDocument/2006/relationships/notesMaster" Target="/ppt/notesMasters/notesMaster1.xml" Id="R0c4150c8d3a643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6ceb7d9b7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31e2d06de0406e" /><Relationship Type="http://schemas.openxmlformats.org/officeDocument/2006/relationships/slideLayout" Target="/ppt/slideLayouts/slideLayout1.xml" Id="R9d0cae8e188c40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0cae8e188c40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03859399d4c3c" /><Relationship Type="http://schemas.openxmlformats.org/officeDocument/2006/relationships/notesSlide" Target="/ppt/notesSlides/notesSlide1.xml" Id="R5669a14e697141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3c96c1efb4169" /><Relationship Type="http://schemas.openxmlformats.org/officeDocument/2006/relationships/notesSlide" Target="/ppt/notesSlides/notesSlide2.xml" Id="Reccf1ff436c04d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4c0e227bd4906" /><Relationship Type="http://schemas.openxmlformats.org/officeDocument/2006/relationships/notesSlide" Target="/ppt/notesSlides/notesSlide3.xml" Id="Rbca242df63b8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6a8d4d29a4e4b" /><Relationship Type="http://schemas.openxmlformats.org/officeDocument/2006/relationships/notesSlide" Target="/ppt/notesSlides/notesSlide4.xml" Id="R92a9e4c75e5f4a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2f6a000964a07" /><Relationship Type="http://schemas.openxmlformats.org/officeDocument/2006/relationships/notesSlide" Target="/ppt/notesSlides/notesSlide5.xml" Id="R7f48a526938a40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501f6375248ed" /><Relationship Type="http://schemas.openxmlformats.org/officeDocument/2006/relationships/notesSlide" Target="/ppt/notesSlides/notesSlide6.xml" Id="Rff5e2ce7c7434e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dca78b17f4c14" /><Relationship Type="http://schemas.openxmlformats.org/officeDocument/2006/relationships/notesSlide" Target="/ppt/notesSlides/notesSlide7.xml" Id="Rbb7e228ecdf549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c0647185741e9" /><Relationship Type="http://schemas.openxmlformats.org/officeDocument/2006/relationships/notesSlide" Target="/ppt/notesSlides/notesSlide8.xml" Id="Rf55fb2c6d27f40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3383126d2451c" /><Relationship Type="http://schemas.openxmlformats.org/officeDocument/2006/relationships/notesSlide" Target="/ppt/notesSlides/notesSlide9.xml" Id="R8a6e5d7bd7e4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61c92562c4406" /><Relationship Type="http://schemas.openxmlformats.org/officeDocument/2006/relationships/notesSlide" Target="/ppt/notesSlides/notesSlide10.xml" Id="Rb45503c07bb847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8f77292574d5e" /><Relationship Type="http://schemas.openxmlformats.org/officeDocument/2006/relationships/notesSlide" Target="/ppt/notesSlides/notesSlide11.xml" Id="R08ead86e6caa48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0809e970f4677" /><Relationship Type="http://schemas.openxmlformats.org/officeDocument/2006/relationships/notesSlide" Target="/ppt/notesSlides/notesSlide12.xml" Id="R3ed2bfd0837a4b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36CA25-FB2F-4889-A5FD-35E05475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12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78CD1-1C7F-4631-84FB-326AA514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GANs and Adversarial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EE96B-9889-4DCE-BA24-AA850406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GAN learns through a two-player game whose balance matters more than either loss curve alone.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AE2BB-84DD-4BB1-9C85-18DE65C2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AF79D-0065-4125-9024-B8CE84BA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285875"/>
            <a:ext cx="904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Noise 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40BBE-1BF4-4A69-A39E-785B9BC9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285" y="1285875"/>
            <a:ext cx="904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A09DA-7A61-4E84-8A60-F242F05B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3285" y="4076700"/>
            <a:ext cx="904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Fake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D78B7-2CF7-422C-989E-30C3AE4E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76700"/>
            <a:ext cx="904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Real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54E6D-BFEB-4137-BC4D-8AA88980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681288"/>
            <a:ext cx="904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A65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Discriminator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7F0D3-2192-48CF-94FA-2830AAD1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81288"/>
            <a:ext cx="904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real / fake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C2537-88E5-449F-9D76-21432650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3732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39437-4C52-4615-B162-CD6A6F35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722" y="1876425"/>
            <a:ext cx="0" cy="2200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52969-0B1D-4E4F-9A17-22A82862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71975"/>
            <a:ext cx="1706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74A08-24B8-4EEA-9478-1B422321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160" y="4371975"/>
            <a:ext cx="4287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EAEC8-23B4-4EC1-A6EC-2EED342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976563"/>
            <a:ext cx="0" cy="13954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AC250-05C5-4B7E-95A4-5F9430DA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2976563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2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A886A-C79A-4F5A-9A7D-F7E4780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355" y="2976563"/>
            <a:ext cx="838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978E3-8D29-4363-B8A1-95051C83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8035" y="4810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generator learns through discriminator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A5024-0D28-4A01-A65C-30AEE03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99182-C2D4-4016-A275-F2C9EA16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DDA778-C856-466B-8DDD-37878623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A96B53-98F5-4C4F-A19D-4F19E71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2DCFB-EEB8-4CD1-AB6E-3712C649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678126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2F0B1-6720-4747-9A48-ABC9801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809D0-1C7F-4B89-BCA7-4E2BC6C7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375C3-E2BA-4C71-A7DA-B96C0EA2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933EA-30CA-42E0-B5A0-8CF453C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B90D5-7D92-4DFB-A56B-CDC87297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generator and discriminator objectives.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BF944-5D91-41D4-A627-32FAF8A6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D2ABE-1167-459C-B42B-4B893347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5D4DD-828F-43C7-9F17-8D16980F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Implement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E8526-A49D-4103-AC82-51D4504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Implement alternating updates without gradient contamination.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7CCB4-94D8-46D7-BEC3-39646F98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4622C-4FEA-41ED-BFED-E3CA6FAE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B0166-410A-4E9D-B522-B7EA2FC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Diagnose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FF908-E9ED-4838-8A0D-6158FA3E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Diagnose imbalance, instability, and mode collapse from samples and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92257-BB94-48B4-A1D0-55138414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B4C75-5C73-43E0-95A8-55B70247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3A26C-EEF4-4D17-9187-33A9C1FB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EB5C3-61AF-4154-B4EB-9473EB31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generator improves only through the discriminator's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A38CD-D73D-4E93-89CA-BBC360CB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1A3EF-60D0-4A08-BA43-760D428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Adversarial learning is a coupled optimization problem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39060-981C-47AE-B29E-E5BDC1C2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40933-3365-4E1D-8681-8A8B5178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alternating step shows why gradient boundaries matter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52000-75DC-4216-B656-8146856E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B3A15-B6D5-4D3C-998F-87078581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 coverage matters when realism hides repetition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CB1786-3BFB-4566-94D7-D4899AFD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F9E23-D935-45FE-B987-8CDBC5BF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Healthy competition sits between two failure extremes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EE454-28FD-493E-ADDF-C63CA89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63992-99FE-4F3C-9BD8-5DEC19F3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Diagnose the game from losses and sample grids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98F44-7A43-40FF-81DB-3A7B7F29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3400AC-D682-4066-9662-574A7E45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D14D03-C505-4991-B252-5522877F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6B5606-2205-4D22-B6F9-BACAA6AF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9487013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27A0D-3767-4C87-BF4F-3B8B57CA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D5968-BBE7-484A-B247-DBC0CEDE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generator improves only through the discriminator's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C8EA6-B4E2-4637-AEAA-72F857B2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7CB5F-6181-42EC-9C5C-2BC20C10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2034159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Noise 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0936C-1D6D-4299-A20B-50E4788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597" y="2333625"/>
            <a:ext cx="2034159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17A94-E1C0-4FDA-AE93-A6EC06E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597" y="3409950"/>
            <a:ext cx="2034159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Fake sample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58528-ECD0-488B-BA34-D0B4522D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2034159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Real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79E6A-D1DB-4641-A32D-92E3DA0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6610" y="2871788"/>
            <a:ext cx="2034159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A65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Discriminator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B0F56-9C5A-45CD-827D-F8A421FE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891" y="2871788"/>
            <a:ext cx="2034159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real / fake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9F3DA-C8D0-4665-A303-27394AF8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109" y="2628900"/>
            <a:ext cx="8564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0E673-64AF-4F5A-B7E9-05483299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0677" y="29241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37F52-F53F-4A68-9EB6-79978A8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109" y="3705225"/>
            <a:ext cx="41609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5C97D-D44C-4782-880A-A5DD3408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756" y="3705225"/>
            <a:ext cx="12702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FC486-06A0-4819-A6B8-7A981E9F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10" y="3167063"/>
            <a:ext cx="0" cy="5381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2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055DD-91FA-4486-A0D0-F41DE816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10" y="3167063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B30B7-9888-4B20-B6A4-1A618EF6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769" y="3167063"/>
            <a:ext cx="2141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0200A2-2617-4FE2-B66B-F369A3C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347" y="4143375"/>
            <a:ext cx="556717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generator learns through discriminator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6C60C-5EA0-4F55-A1B5-38704978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target distribution is learned indirectly through a moving discriminator rather than a fixed reconstruction target.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156DA-B1BB-4B18-9B61-38C61BB3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1C2AB-E4BA-4CC3-902C-4A7D63F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1B53B-AF30-47BA-9FE3-33AA5720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2622D-E24B-4DC1-A6AC-67EF8AEA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0207F-64A2-437F-96B1-C3D69E68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228162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F3D76-0EF4-4526-856C-E7AF9057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290A2-9567-49A1-901F-C5548F6A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Adversarial learning is a coupled optimization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B1066-C7E0-4D01-874F-C53207AE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discriminator separates real samples from generated samples.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generator changes samples to increase discriminator error.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Each model changes the objective landscape seen by the 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DAF2C-A62A-4E68-9F3D-2E71A3E8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CF27B-B122-4892-901C-E5CFAF25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971836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Noise 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277DB-F685-4094-BFF2-E6A961C6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530" y="2362200"/>
            <a:ext cx="971836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9C70E-1379-4069-939D-9E122748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530" y="3629025"/>
            <a:ext cx="971836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Fake sample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8D830-3FB5-4D7D-BEEF-72704A38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29025"/>
            <a:ext cx="971836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Real sample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4B85C-869B-4317-B2EC-57B732A9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455" y="2995613"/>
            <a:ext cx="971836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A65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Discriminator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51E1D-6191-4C00-BC94-538B8736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589" y="2995613"/>
            <a:ext cx="971836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real / fake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5A778-E83F-4E83-9FA9-A144444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336" y="2657475"/>
            <a:ext cx="4091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EAAD6-757B-435A-A5FD-D8075742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48" y="2952750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082AD-C3A2-4952-ADC0-14C6BF4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336" y="3924300"/>
            <a:ext cx="18685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3B785-BAE3-41AF-84FF-FAE39D9E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366" y="3924300"/>
            <a:ext cx="48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3E04F-3CC4-4848-B4E8-D788ED48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855" y="3290888"/>
            <a:ext cx="0" cy="6334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64DE8-FA64-407E-9835-1C75462A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855" y="329088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C2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0E18E-C784-441B-B446-1C56118E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291" y="3290888"/>
            <a:ext cx="1022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65B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6E527-8F89-46D2-8A42-5FB6ABF0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280" y="4362450"/>
            <a:ext cx="2659761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generator learns through discriminator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3EE3A-E53A-41DD-9120-5E71B34E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GAN learns through a two-player game whose balance matters more than either loss curve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63FD3-A199-4104-B181-AFCB57C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D90D2-1B7C-4AF3-B18B-3825CF3B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F9535-F5B7-4682-8DFF-2353415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A04DD-BA0F-4703-B940-4DBF45D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2132644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FD902-5C84-4AC5-A2FB-D6DFD933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52E53-059F-469A-983B-B3B60ECF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alternating step shows why gradient boundaries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89CA-9360-4C33-8D13-EFF30C01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E3B68-0099-4282-AF1E-786B6FBA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During the discriminator step, should generator parameters receive gradients?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6AD65-DFF7-4F99-86AF-4313539C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686C6-3029-4A66-B7E8-0A6AFF79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Generate fake samples and detach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4B267-1DCC-4891-8322-88FF3364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F1D6F-A222-4BAC-885A-4A1E2AB3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Update the discriminator on real and detached fake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6CC0C-5253-46CF-B303-C748BA6E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46FD5-766C-43DE-A552-26D3996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Freeze or ignore discriminator parameter updates while training the generator.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3503D-0DE6-4CA8-A0F0-77B3613B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A5A56-934D-4EFF-AA73-EB65F975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748FC-CFF4-4F61-A67E-6F2DEB9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Separating update graphs prevents unintended parameter changes and wasted memory.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DEF1F-784D-4FE0-A79E-8030B81C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6BD8A8-295F-4419-9149-F2569EC4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4F8ED-AB96-4DD5-8019-16173BE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CF842-B523-4DDD-8C68-E99C161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265228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471BE-B748-4934-9A72-52AA1381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4D835-95B7-4714-B4A1-1D80CD99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 coverage matters when realism hides repetition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CB727-A962-4593-8DBA-2446A053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generator can fool the discriminator with only a subset of data modes.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Fixed-seed sample grids expose change over time.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Coverage, diversity, and task-specific checks complement adversarial loss.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F86D4-ED68-4A3C-96CA-AD1B32FC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967E9-C689-4B23-BE59-ADD08C0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9D8C7-43CB-4CF1-8292-FC80D0FC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A2503-163F-417F-96D7-2210235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Alternate updates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F86A0-6273-4214-BC93-44444DAF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E1DDD-7877-491C-B8A7-E0C84D41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DBE07-71B2-4B28-90E9-063CB72A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 fixed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0F99D-3B69-4DCA-84E0-336B8B99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118BF-01AE-4514-B7DD-EC4BBBC7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DB7CF-A8C3-4B97-8FF1-B76825F3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Measure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A0A56-10F5-421C-B96A-24D0489D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349D8-4F9F-4B12-964E-E7EF1E78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2B5D4-2551-4D76-8645-E654B969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CDA75-84E0-40D4-8969-58B3288D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2343E-8AC8-4AD9-AB51-8FC2E0F1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988857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44FFBF-FF24-4CEF-A0D9-ACCC5A04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06C40-83B8-47E2-91A3-88BD0BB1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Healthy competition sits between two failure extremes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DC9D1-9755-46DF-A497-395CA19B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Loss values are meaningful only alongside samples, gradients, and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47CFD-C7C4-43F8-88A0-67DA5D0F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96277-F0FC-47FE-B84B-38A83EE5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Discriminator dominates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5C129-9C35-4C88-84E4-2A8FAAF9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Generator gradients become unhelpful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Fake confidence stays low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Learning may stall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BFD24-A8A9-4BF6-923C-72D89641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A8C7B-CC84-40FA-90DC-4E51337D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Generator exploits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69EFE-89E2-433A-ABFD-F54E299E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Samples repeat a few modes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Loss may appear favorable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Coverage and diversity collapse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7354E-5033-4D04-9412-A16A9229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59478-C1E5-49AB-8354-26DA0116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BBB89-2FFB-45C2-B399-F8BB293C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D3AA82-6803-43CD-A6B5-B6D3CC2B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41432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9EC674-8AC3-42CD-9FC9-07F1408D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DC853-01E8-46D3-9881-6EB639F2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Alternating updates need explicit graph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D40C8-9A11-49DC-B160-26422FA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4F505-D158-4D49-AD1F-2D4D60CB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fake = G(z)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d_loss = loss_D(D(real), D(fake.detach()))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step(D, d_loss)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g_loss = loss_G(D(G(z)))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step(G, g_loss)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DA140-3B45-4483-B156-D0643FBE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CE53E-0043-4836-8F46-B23CFF0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5113D-FCDB-4BB2-9701-2A416D76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Do not reuse stale fake samples unintentionally.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8B534-1FA4-4E0A-997C-1A9DEECF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4718A-DFEB-4372-9B49-0D7F73C0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Track update ratio and gradient norms.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0FC1E-E372-4F70-B8FB-1A34A915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F6703-BDAF-48EB-97D0-44025CF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Keep fixed latent probes.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56824-AD7A-4581-8301-B8BDD56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68F9B-7826-41E3-BDA1-59AFE3C4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DA29C-1304-4659-AD89-7DF0D64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18744-643D-40BC-AD8A-4458F1EE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1743498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9F8B7-E43D-47E0-AB43-E0C9E688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9FF39-CB9D-4610-9282-6FE24A0C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GAN instability has multiple visible signatures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9A624-5EB4-4234-B1B1-4860BDB7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103F9-9470-4589-9D4B-120409B5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6E21F-DC85-4C0C-8EC7-160B57DA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 collapse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0FBBE-1C25-43D7-80F5-A51BB406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Many latent inputs produce nearly identical samples.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8D3E5-A178-43B2-8C99-41E069A7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2A40F-7FCB-494A-B06D-BB5DECE5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9F574-8006-4793-B958-D4C32D25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Oscillation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F9E2-5B9E-42BA-82A3-C22DD4B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Quality cycles because neither player settles.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86B19-154B-42CA-BDED-A9C2D0F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AEAF7-6000-42D0-964D-34B1FD5C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1A029-319F-44B1-9024-2457DF1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Discriminator saturation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6F417-41AA-4243-9E2E-7F146059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critic becomes too confident to guide the generator.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497A1-DE2E-4A3F-8F98-DF7A29ED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6B392-538F-420F-8875-D59D5D4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20919-60EB-4061-807E-4AC9960F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5F537-FCA8-4099-9AE5-A3CD4466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3ACF4-4D94-44AF-86D9-C6DE0FD6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559855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02D5F-4F3F-4AFB-9340-42F5A514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46619-0808-4745-86A0-09906B98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Diagnose the game from losses and sample grids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976D31-9676-4AC8-8D0C-F3EFAF0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AF728-5F58-4CDB-92B8-CD5E54C7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Classify four cases: A) 8 modes and balanced gradients; B) perfect D and silent G; C) 1 of 8 modes; D) diverging losses. Choose one intervention.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E08FC-7ECF-4EFC-9A71-24F200E3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58718-0BF0-45DE-99DE-1CF08A3E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 samples first.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60740-E688-4864-B65A-04BC14A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70417-4AF1-4552-8918-5FAD25EF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losses and gradients as supporting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191F-7F5F-4E64-82C5-014957E0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1D75B-93A7-4CFF-B67D-F37BE2A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Change one stabilization factor.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C5E71-FCC4-4DDF-A85B-52475C4D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00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66DA8-7BD0-4214-B197-2811A2F6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No diagnosis should rely on a single scalar curve.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A6BB9-11F8-44F5-9AA2-52F64792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DBEF1-B40D-47DA-B77D-044B66C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5F702-1F3F-47C3-9323-D7BD2485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413E8-4042-4051-86B7-F3557495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5911195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AD70C9-B630-471E-960E-E90FD076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CE22A-9108-4C3F-8FD8-31FE0C56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ACC2B-0FB7-480F-804B-D9DB0CE5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8E777-9D1B-4FC1-81BA-14241301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DBB92-8953-454A-BCB9-1F02F1A5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51F24-D9EA-482E-A617-C5DE7A54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GAN training couples two changing objectives.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47BEF-27E0-4B35-864C-F9875397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7AE1A-5691-491C-AC29-95E382F8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C2857-6DB0-4875-9C50-C61931D9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Graph separation is essential during alternating updates.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A2336-9CFF-4BC4-8772-09F3350D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4E88A-8489-4BB4-9DED-FC152C14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C19C6-515C-4EA9-9220-0818023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Diversity and coverage expose failures that realism can hide.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BC7E7-FDD0-4E2F-8B19-AF9100BB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GAN learns through a two-player game whose balance matters more than either loss curve alone.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A962E-B893-496A-8A54-321B922C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15 | B2 Ch. 20 | B4 Ch. 17 | B5 Ch.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C65B6-377C-4C7C-AE34-7C4F98E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E42E8-626D-4A3C-87FD-D8C8AC56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BC28B-5305-40C6-8BED-7E24A7E9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5615239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B8236-ACD5-480A-9D75-C59E67E6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DD631-5F0E-4793-A1D9-74FAAA6B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GAN learns through a two-player game whose balance matters more than either loss curve alone.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3344B-2563-4BC4-B3AF-CB3DBC5F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02D3B-750A-41B9-AE42-7B78721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8F542-6873-4839-82B2-1543247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detach fake samples for the discriminator update?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58066-8253-4B01-9F5E-F02E43AB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145E2-EBA3-4A82-99EB-D118E24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evidence distinguishes mode collapse from undertraining?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BD5AA-3675-4713-BE0F-4B65D462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1DD28-CDB6-4B9A-8ACF-BC847627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3439E-CDEF-47A8-985A-ED20C9DC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20CD0-E307-4D49-A605-4EA1BACA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38B8E-C924-4890-A14B-A64FBAE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CBD30-D381-4F99-AC4F-3B1DC3DD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647B1-24AF-49A6-9FAA-3B111BC1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Bishop &amp; Bishop, Deep Learning: Foundations and Concepts (Springer,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8C999-9804-44A7-8E81-021C9706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339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6E249-9ED6-4B2E-98A4-81455C97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86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Foster, Generative Deep Learning, 2nd ed. (O'Reilly Media, 2023)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BB102-6500-4C59-896C-03BD40B2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D89BD-2AF8-4E49-B31F-1203D14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12 | GANs and Adversarial Training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5D7CD-055D-4EA4-9F3B-EACAC777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3643890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2026-07-12T22:12:10.6530000Z</dcterms:created>
  <dcterms:modified xsi:type="dcterms:W3CDTF">2026-07-12T22:12:10.6530000Z</dcterms:modified>
</coreProperties>
</file>