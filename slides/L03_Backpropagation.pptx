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bd1357be04518" /><Relationship Type="http://schemas.openxmlformats.org/officeDocument/2006/relationships/extended-properties" Target="/docProps/app.xml" Id="Rd2c7331b5d9b4436" /><Relationship Type="http://schemas.openxmlformats.org/officeDocument/2006/relationships/officeDocument" Target="/ppt/presentation.xml" Id="R5ae2ecd2f13b45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40f6b433a04a83"/>
  </p:sldMasterIdLst>
  <p:notesMasterIdLst>
    <p:notesMasterId xmlns:r="http://schemas.openxmlformats.org/officeDocument/2006/relationships" r:id="Ra9c26d39056749fc"/>
  </p:notesMasterIdLst>
  <p:sldIdLst>
    <p:sldId xmlns:r="http://schemas.openxmlformats.org/officeDocument/2006/relationships" id="256" r:id="Rb01516cb01d64730"/>
    <p:sldId xmlns:r="http://schemas.openxmlformats.org/officeDocument/2006/relationships" id="257" r:id="Ra8f0720c6dcd4ab9"/>
    <p:sldId xmlns:r="http://schemas.openxmlformats.org/officeDocument/2006/relationships" id="258" r:id="Rbe6315e07e544acd"/>
    <p:sldId xmlns:r="http://schemas.openxmlformats.org/officeDocument/2006/relationships" id="259" r:id="R5f732dbf017e47d9"/>
    <p:sldId xmlns:r="http://schemas.openxmlformats.org/officeDocument/2006/relationships" id="260" r:id="R44d1f0a925434572"/>
    <p:sldId xmlns:r="http://schemas.openxmlformats.org/officeDocument/2006/relationships" id="261" r:id="R1207eba053a74f30"/>
    <p:sldId xmlns:r="http://schemas.openxmlformats.org/officeDocument/2006/relationships" id="262" r:id="R867bbde65983449d"/>
    <p:sldId xmlns:r="http://schemas.openxmlformats.org/officeDocument/2006/relationships" id="263" r:id="R86d3a9c664ee4824"/>
    <p:sldId xmlns:r="http://schemas.openxmlformats.org/officeDocument/2006/relationships" id="264" r:id="Re1840d3b9c8043b6"/>
    <p:sldId xmlns:r="http://schemas.openxmlformats.org/officeDocument/2006/relationships" id="265" r:id="R5b4d26612295410b"/>
    <p:sldId xmlns:r="http://schemas.openxmlformats.org/officeDocument/2006/relationships" id="266" r:id="Rf88859d3a5d8417c"/>
    <p:sldId xmlns:r="http://schemas.openxmlformats.org/officeDocument/2006/relationships" id="267" r:id="Rab424a05e7a044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a2a122416e4d02" /><Relationship Type="http://schemas.openxmlformats.org/officeDocument/2006/relationships/slideMaster" Target="/ppt/slideMasters/slideMaster1.xml" Id="Rad40f6b433a04a83" /><Relationship Type="http://schemas.openxmlformats.org/officeDocument/2006/relationships/notesMaster" Target="/ppt/notesMasters/notesMaster1.xml" Id="Ra9c26d39056749fc" /><Relationship Type="http://schemas.openxmlformats.org/officeDocument/2006/relationships/presProps" Target="/ppt/presProps.xml" Id="Re2ee89c5f0964c4c" /><Relationship Type="http://schemas.openxmlformats.org/officeDocument/2006/relationships/tableStyles" Target="/ppt/tableStyles.xml" Id="Rd49293bd08b642e5" /><Relationship Type="http://schemas.openxmlformats.org/officeDocument/2006/relationships/slide" Target="/ppt/slides/slide1.xml" Id="Rb01516cb01d64730" /><Relationship Type="http://schemas.openxmlformats.org/officeDocument/2006/relationships/slide" Target="/ppt/slides/slide2.xml" Id="Ra8f0720c6dcd4ab9" /><Relationship Type="http://schemas.openxmlformats.org/officeDocument/2006/relationships/slide" Target="/ppt/slides/slide3.xml" Id="Rbe6315e07e544acd" /><Relationship Type="http://schemas.openxmlformats.org/officeDocument/2006/relationships/slide" Target="/ppt/slides/slide4.xml" Id="R5f732dbf017e47d9" /><Relationship Type="http://schemas.openxmlformats.org/officeDocument/2006/relationships/slide" Target="/ppt/slides/slide5.xml" Id="R44d1f0a925434572" /><Relationship Type="http://schemas.openxmlformats.org/officeDocument/2006/relationships/slide" Target="/ppt/slides/slide6.xml" Id="R1207eba053a74f30" /><Relationship Type="http://schemas.openxmlformats.org/officeDocument/2006/relationships/slide" Target="/ppt/slides/slide7.xml" Id="R867bbde65983449d" /><Relationship Type="http://schemas.openxmlformats.org/officeDocument/2006/relationships/slide" Target="/ppt/slides/slide8.xml" Id="R86d3a9c664ee4824" /><Relationship Type="http://schemas.openxmlformats.org/officeDocument/2006/relationships/slide" Target="/ppt/slides/slide9.xml" Id="Re1840d3b9c8043b6" /><Relationship Type="http://schemas.openxmlformats.org/officeDocument/2006/relationships/slide" Target="/ppt/slides/slide10.xml" Id="R5b4d26612295410b" /><Relationship Type="http://schemas.openxmlformats.org/officeDocument/2006/relationships/slide" Target="/ppt/slides/slide11.xml" Id="Rf88859d3a5d8417c" /><Relationship Type="http://schemas.openxmlformats.org/officeDocument/2006/relationships/slide" Target="/ppt/slides/slide12.xml" Id="Rab424a05e7a044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ed510516ad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2d7a12f424861" /><Relationship Type="http://schemas.openxmlformats.org/officeDocument/2006/relationships/notesMaster" Target="/ppt/notesMasters/notesMaster1.xml" Id="R66b8bd3a82d443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0bc8d873624520" /><Relationship Type="http://schemas.openxmlformats.org/officeDocument/2006/relationships/notesMaster" Target="/ppt/notesMasters/notesMaster1.xml" Id="R724eef93c3ed43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98f6845dd44ed8" /><Relationship Type="http://schemas.openxmlformats.org/officeDocument/2006/relationships/notesMaster" Target="/ppt/notesMasters/notesMaster1.xml" Id="R94e0e8f700ad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9763a5e3ba4370" /><Relationship Type="http://schemas.openxmlformats.org/officeDocument/2006/relationships/notesMaster" Target="/ppt/notesMasters/notesMaster1.xml" Id="R27c01f93fc1d4f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c11312cf9f4de5" /><Relationship Type="http://schemas.openxmlformats.org/officeDocument/2006/relationships/notesMaster" Target="/ppt/notesMasters/notesMaster1.xml" Id="R4641d6dc7260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2f8f52edbc4dc7" /><Relationship Type="http://schemas.openxmlformats.org/officeDocument/2006/relationships/notesMaster" Target="/ppt/notesMasters/notesMaster1.xml" Id="R3224771627e4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532bb4128742ed" /><Relationship Type="http://schemas.openxmlformats.org/officeDocument/2006/relationships/notesMaster" Target="/ppt/notesMasters/notesMaster1.xml" Id="Rf2ac9d64b14349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93468899d645e2" /><Relationship Type="http://schemas.openxmlformats.org/officeDocument/2006/relationships/notesMaster" Target="/ppt/notesMasters/notesMaster1.xml" Id="R35cbd01bc6d84b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5a72588304e41" /><Relationship Type="http://schemas.openxmlformats.org/officeDocument/2006/relationships/notesMaster" Target="/ppt/notesMasters/notesMaster1.xml" Id="R5660afff891546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f11f9074574b53" /><Relationship Type="http://schemas.openxmlformats.org/officeDocument/2006/relationships/notesMaster" Target="/ppt/notesMasters/notesMaster1.xml" Id="R5099c22c6c0c49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863890abd44690" /><Relationship Type="http://schemas.openxmlformats.org/officeDocument/2006/relationships/notesMaster" Target="/ppt/notesMasters/notesMaster1.xml" Id="R45de644f617f47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84becabbd048a9" /><Relationship Type="http://schemas.openxmlformats.org/officeDocument/2006/relationships/notesMaster" Target="/ppt/notesMasters/notesMaster1.xml" Id="Ra25d9ca9d1cc49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44455df7a4d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cf8ecdc2c74ee2" /><Relationship Type="http://schemas.openxmlformats.org/officeDocument/2006/relationships/slideLayout" Target="/ppt/slideLayouts/slideLayout1.xml" Id="R0af3a261dca643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3a261dca643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8b43f85924d54" /><Relationship Type="http://schemas.openxmlformats.org/officeDocument/2006/relationships/notesSlide" Target="/ppt/notesSlides/notesSlide1.xml" Id="Rc034a07cbe3e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e316607ce4df1" /><Relationship Type="http://schemas.openxmlformats.org/officeDocument/2006/relationships/notesSlide" Target="/ppt/notesSlides/notesSlide2.xml" Id="R8fa30c23520a4f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25f51561d4e7d" /><Relationship Type="http://schemas.openxmlformats.org/officeDocument/2006/relationships/notesSlide" Target="/ppt/notesSlides/notesSlide3.xml" Id="Rdc4692d658a340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9998ab62b4635" /><Relationship Type="http://schemas.openxmlformats.org/officeDocument/2006/relationships/notesSlide" Target="/ppt/notesSlides/notesSlide4.xml" Id="Rf64cfbc854e945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0ffbbe4374aba" /><Relationship Type="http://schemas.openxmlformats.org/officeDocument/2006/relationships/notesSlide" Target="/ppt/notesSlides/notesSlide5.xml" Id="Rd773fc76fc684c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293e694774df1" /><Relationship Type="http://schemas.openxmlformats.org/officeDocument/2006/relationships/notesSlide" Target="/ppt/notesSlides/notesSlide6.xml" Id="R8b90a926c51449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15642132d491b" /><Relationship Type="http://schemas.openxmlformats.org/officeDocument/2006/relationships/notesSlide" Target="/ppt/notesSlides/notesSlide7.xml" Id="R698e1c65fc784f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6a62aed54427b" /><Relationship Type="http://schemas.openxmlformats.org/officeDocument/2006/relationships/notesSlide" Target="/ppt/notesSlides/notesSlide8.xml" Id="R32a73ad33f3b45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626741ea44507" /><Relationship Type="http://schemas.openxmlformats.org/officeDocument/2006/relationships/notesSlide" Target="/ppt/notesSlides/notesSlide9.xml" Id="Rd02eccb0e26d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31dfd28434b90" /><Relationship Type="http://schemas.openxmlformats.org/officeDocument/2006/relationships/notesSlide" Target="/ppt/notesSlides/notesSlide10.xml" Id="R9013587ccdd24d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c94b6533c4b91" /><Relationship Type="http://schemas.openxmlformats.org/officeDocument/2006/relationships/notesSlide" Target="/ppt/notesSlides/notesSlide11.xml" Id="R91eec412558543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544b3e3c14cbc" /><Relationship Type="http://schemas.openxmlformats.org/officeDocument/2006/relationships/notesSlide" Target="/ppt/notesSlides/notesSlide12.xml" Id="R844b80caaddc4d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34F6D-C956-4F64-B71C-1AF8498E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3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0F92-D4A5-466A-875A-2731D7CC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Backpropagation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CDBCA-DBCD-4204-944F-4C0B0167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Backpropagation reuses local derivatives to compute every parameter gradient in one reverse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7E15B-461D-4E58-BB74-37BB555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28E5F-4332-45C6-9534-454FC9B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019" y="29908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66B88-D4F0-462D-923E-107A4B69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9908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18B0D-05D8-4E2B-B480-666CD18C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706" y="29908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13D21-9E20-46DD-85FC-09AAADC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47950"/>
            <a:ext cx="105489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0B178-9BEF-4F76-A0D1-CC2D1948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469" y="2647950"/>
            <a:ext cx="105489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Local 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80E3E-E7B4-4EF8-9E81-1426D78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647950"/>
            <a:ext cx="105489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7BE63-1A01-4C04-B6AD-1C01164B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156" y="2647950"/>
            <a:ext cx="105489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Scalar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D9A62-D010-4AFE-AB01-CA05E3B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38225"/>
            <a:ext cx="4733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FORWARD: cached values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57C53-8521-49F1-9E7E-7AB3CB0E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33925"/>
            <a:ext cx="4733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  BACKWARD: adjoints and parameter gradients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63DCA-9119-409E-89B6-1CB837D3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96225-F695-4ADE-AD96-A79D0A3B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54AD4-0140-4A7D-9281-A4C56469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C8969-B393-4267-844F-B96980FA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3F4AE-7B5D-4B10-BFB0-FA16E409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2062634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620A5-1B46-4283-B51C-94871F93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2F608-2EC0-4B9A-9353-63780318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6D861-B83B-4A40-8CB5-0A0F571D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DBB22-CA0D-48DF-B44E-684E6A43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E53AF-822B-459A-B554-0A26AC1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Build a computation graph and apply the chain rule in reverse.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A370-170B-4E4D-988F-4A61D297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721C9-7AC5-44E7-9406-05758E1B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B1A30-50A1-4E6F-BD29-4F5FF694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Relate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197D2-31E5-47C6-8D07-C81C1D6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Relate automatic differentiation to cached forward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01040-B4FB-4EB1-BDDB-C7EB977A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B7674-3AE5-4E52-9E19-57164AC6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10A0-1BF4-47D8-985D-75B2455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505F9-E2DC-4958-8951-B02C9E68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Diagnose vanishing, exploding, and incorrectly accumulated gradients.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8A506-A8C0-446B-B01D-A48B1E4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56A82-A126-44A5-9A69-618BA61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1C74B-18C2-4A9E-BA29-A9F871B8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628D0-E9FB-4C47-9FA9-2B34DB6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backward pass is dynamic programming on derivatives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07DDD-975C-4A8B-9246-A3B14C3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F72DC-E726-4E62-9491-780E6BC3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Reverse mode is efficient because one scalar loss supervises many parameters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0E3BD-D4EE-4C4D-BE74-DAAFE12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8765-A859-4DAE-841F-2568929F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chain-rule trace explains a complete backward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01AFC-6CA7-4147-87FC-93F2C486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54228-731C-48C7-BB7C-98202121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Initialization controls whether signals survive 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FFF10-6C54-4984-8047-CDC1C9F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A3C9A-07E6-4C1D-ACFA-4BDFB839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Autodiff removes algebraic labor, not the need for reasoning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5D036-D523-492D-B11C-6A75C07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F549E-C451-4A95-9FE7-73AB47A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Trace the gradient before asking autograd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2FA89-99A5-4F5A-94C9-0FAED99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1709A-878B-4F66-8D37-344446E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AECE2-360A-40D7-BE37-0C09757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4ECF9-6473-4E3F-8B4D-F00B83B7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28364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0CFC3-8A10-4AC8-A997-C56AD45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41158-D968-43A2-8317-A5A20A52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backward pass is dynamic programming on derivatives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E8BA9-C6AC-4BF4-8FBB-1AF5A817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73E59-E449-4877-9D82-D21C32DD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813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843CF-52D2-42B0-83EC-C4A2EF0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85D57-ABA2-4A64-A6A5-684697B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1813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DB8E0-12E0-4336-9AAE-D9C67ABD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813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0203F-29FA-49CF-A5FD-37D90FED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384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B818F-CFB0-4791-A0E4-6FADA5D7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384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Operation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2A872-460C-48A3-A8DD-0E009AF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384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Operation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7B594-29CB-4DB7-AD25-405A482A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384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4E4DC-7CEB-4B6D-851C-5E58CE9D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384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Scalar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9DB71-F453-47DF-B663-66D9FE7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FORWARD: cached values 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3A05D-A65A-4E6F-99AD-D0FE2164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  BACKWARD: adjoints and parameter gradients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A37B1-4664-49BB-9125-EE7276C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Each node combines an incoming gradient with its local derivative, then sends contributions to its parents.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41BAD-A9D0-40B7-BECD-D516EEB9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EB0B4-3F2A-4BEC-B663-72F5EEFC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0F265-B9FE-459B-A13B-E1C47B5D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4720B-7367-4E2E-9125-83DDD9C2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B6E1A-1DEB-40D8-BC65-74F44E7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37981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458AEE-A602-47ED-AE57-7BF0365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D766D-0760-4CB6-B8E3-B2AF9D45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Reverse mode is efficient because one scalar loss supervises many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F7517-7C3B-4EE7-9CF8-AFE816B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forward pass records values and dependencies.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reverse pass starts with dL/dL = 1 and propagates vector-Jacobian products.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Shared parameters accumulate gradient contributions from every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CF973-0106-460C-9182-8633276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DB2E-79EF-4EE2-8586-E3F2527A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644" y="33051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FB36-34B0-44FA-A3A5-0AD031C5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33051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3379A-EF2C-49BD-AEE2-E18D215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831" y="33051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48D8F-5ED5-4570-9F55-750F8D36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115014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F9BA5-9EBA-457B-966A-464CD02B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094" y="2962275"/>
            <a:ext cx="115014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Local 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80F11-4BE7-4DAB-84A2-1E7F16C8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962275"/>
            <a:ext cx="115014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669AF-11B7-4582-AB44-3E9D8855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281" y="2962275"/>
            <a:ext cx="1150144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Scalar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BCD93-FE3B-4EA5-B538-7C00B6CC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11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FORWARD: cached values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BB255-07C9-44D8-BADB-0F32E5A7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511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  BACKWARD: adjoints and parameter gradients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D5E8C-5568-4422-8099-3887F56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Backpropagation reuses local derivatives to compute every parameter gradient in one reverse pass.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084F5-1AD3-4033-867F-697213A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C3F3C-2C9E-4D01-9FEC-6F2A9C47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51E5C-6013-408A-AF2E-D96B669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282C3-7123-40FD-BD26-CB4B8D8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2020066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7943E-AD9D-41A3-B8D5-6D38400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94A83-44A3-4654-B5CE-9825CF59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chain-rule trace explains a complete backward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BB6B8-ACA5-43D4-B4CD-FD12835D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62B68-4542-4C99-B332-44DC65F1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Let a = wx+b, h = ReLU(a), y_hat = vh, and L = (y_hat-y)^2.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DCC3F-5DEA-47A2-8FDC-B1AC2CD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3A835-B264-4842-B183-8691FE4F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dL/dy_hat = 2(y_hat-y).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F159C-9E1B-4E79-B17A-77666AAA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1C978-21A3-4512-B873-A1C1A5E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dL/dv = (dL/dy_hat)h and dL/dh = (dL/dy_hat)v.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24055-1EBC-4D46-88FA-AFB6361C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B0E48-FAEB-4C70-A44F-CD8D9D0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Apply ReLU', then multiply by x for dL/dw and pass the same signal to 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77364-9BE1-45E9-B385-90FC8A08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64168-BD32-4EB4-A79D-9F5CD9E3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1D486-47A4-4388-949F-32603D40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If a &lt;= 0, the ReLU derivative is zero and every upstream gradient on that path vanishes.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08937-ACE2-443A-B9B2-8FBDEA5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580CF-B34B-4A7F-ADE4-4D8685C8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7F50A-91FB-474A-8D8D-9DBDC0C2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A07FF-B805-4AA0-BDDA-F11175FC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2083727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09EE0-08E8-402C-8562-80438D7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2F8A2-A50E-48FD-999E-860519F2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Initialization controls whether signals survive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37CA-702F-4323-BAFC-B927B29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Large repeated gains cause exploding activations and gradients.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Small repeated gains cause vanishing signals.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Variance-aware initialization, normalization, and residual paths improve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33872-E9FE-4C48-B8DE-DCF4FB4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842D1-1BA0-4D6F-A519-97479B7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88C61-6FA5-464E-96B2-8ABBF58D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013F4-E73B-42F6-9AD8-C983437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 activations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92015-62AF-4EB7-9CC9-933A7E4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142B2-0CE3-4ED5-B8D7-9AB0C1C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AF015-ACC3-41B9-B3B1-5BD4762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 gradient norms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9004C-9CA9-4A71-A46D-FE36AEA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98F60-7037-41F8-B198-0D039351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FC53A-ED90-4F3F-9340-44B0F42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Change one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F481B-4598-4441-9516-F3867630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E47C2-F78D-44C1-8995-AB76B3BD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0BB58-02CE-4C2B-A9E2-C2D5F16D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2DD88-B93A-4832-B7E0-090EBB2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D538E-55E1-457E-BDEE-28D3708D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710212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3C64F-E3FE-41F6-A662-603C4FCB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C45A5-D049-4C39-9C87-405B5D79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Autodiff removes algebraic labor, not the need for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A3B5E-5D62-45D4-9D32-69157417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correct gradient can still optimize the wrong graph, wrong target, or unintended in-place computation.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6EC48-B97E-455F-A63B-35287A5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A216-BD08-4C79-89B8-6852F0E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Manual derivatives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A5344-DBF0-4204-9E3F-44C3FAE9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Expose local chain-rule logic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Useful for small checks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Error-prone at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80742-A06A-452D-A208-13E1C31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7AD6B-B91A-4B99-9049-0068808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Automatic differentiation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19DB5-B055-4E90-9909-35FBCB3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Builds gradients from executed operations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Handles large graphs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Still requires shape and graph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F02EA-48F9-419B-B521-9D5B205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5599E-06D5-433A-B81E-F9F8B2DE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18CA6-82D0-4DF1-B989-1E7902C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0F2C3-5DE1-4858-BEDE-2C7FEA3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376701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E192D1-2E70-431B-8291-F51E765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48FBA-DC37-439F-922D-654310D8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gradient check turns invisible graph errors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374E-DC15-4B91-B47E-A45A64E9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0AF0E-3678-4C6C-A016-761923C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analytic = w.grad.clone()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with torch.no_grad():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numeric = (f(w+eps)-f(w-eps))/(2*eps)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assert torch.allclose(analytic, numeric, atol=1e-3)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045F0-B2A9-4544-97E6-352C2C3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B0F70-6579-4759-9A7A-9BDBD77D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5F06B-6C60-4AF4-A495-2E074E5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Clear gradients between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B3EE9-CB3F-4A45-8F36-359A9AB8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81A44-5206-449A-91FD-6735F97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Avoid in-place graph damage.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90CD1-35A7-4DA3-96C4-651D0E0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006BA-AD54-46E3-B58F-C83B8451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Log gradient norms by layer.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19244-D589-4DA5-A374-0B513A47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27003-B4FE-42EB-819D-AF32DBB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96BFE-F704-4C02-B566-A5454DE9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AC6E8-9FC6-4B15-BCB4-4BAF6BD2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661368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3F11E-1D15-457F-8715-0A1BCB1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02FA9-BB7D-49AB-AA28-329BDAB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Gradient pathologies leave recognizable signatures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D582-622E-4D94-9F13-62C2BAE2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B7DDA-B8B7-4F0D-83B3-A5C72FA7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CB5E9-4E67-4393-84F7-F3A9C180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44827-C46A-4F17-9BEE-47C10ADA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Early layers receive near-zero gradients and learn slowly.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041EC-277F-4365-A43D-D56BFC45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D9D40-9702-49B1-A236-F567982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10834-0E26-4A01-9ECC-BA821AA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E7603-152A-443E-8FBB-B9F0C41B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Loss and gradient norms spike or become non-finite.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6A620-7A01-42C1-9F3F-731E0F4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FEE9E-8AD6-495A-928A-D4224194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614AF-09D3-46E5-85A1-0E7BF84C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Accumulation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6994B-FBDD-46AE-BC96-1AF93239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Gradients silently add across batches when not cleared.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6C345-F14F-4956-A667-94E2D9F0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65079-ABDA-4771-995C-CD9EB68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0829B-7224-448F-9421-BF6EABA9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021E8-A791-4837-8D95-1AC9541B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3706F-8C9F-4DF4-B9A4-18F259B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976891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1F680-AC14-4A03-A1C7-8911437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194CB-5B85-4FB3-BDF2-6F669558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Trace the gradient before asking autograd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C0A1-DB13-4F1E-8D59-5EDE8F9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A6567-0B0E-4038-8C39-96076BAF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y_hat = w2 * ReLU(w1*x+b1) + b2, mark every local derivative and predict which parameters get zero gradient when the hidden preactivation is negative.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45B06-2786-4D3C-82DB-29858BC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4B17-A2E7-4D47-A371-20C2EEE0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Draw the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A23BE-4396-478E-B9A9-5C34092E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2F4CD-7C8E-4F7F-9824-4C785A8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Annotate local derivatives.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66C0-122A-4CF1-8989-38190E9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C1D08-91CF-44D6-9000-F698007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with an autograd trace.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B4A81-FFE1-4FD8-9DF5-C6ABB9F5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77C85-1EB7-4B8D-8FED-FE08DD45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Explain the zero-gradient path using the graph, not a memorized rule.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99748-FA77-4D3B-85F5-D7C3EF1A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6E21A-1CF3-403C-89AE-9D43471F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7CE21-680C-4D73-B143-DE84E41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EB1B0-D191-4C9D-A02B-4F4963CC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526504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6422F-DF5D-486C-B323-CC1B4FD0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B5049-B2ED-47E1-90B8-8ECAEFA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ACA38-42F4-410E-A218-BB23A1E2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B1BFC-9F8A-41E4-8E4C-C42AD996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C3ACE-B9DA-4380-9520-1F723F38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FC887-3808-4872-830F-A0598C37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Backprop is reverse-mode chain rule with reused intermediate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6FE24-64BF-472B-B01B-90276E02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C69A0-9138-42D7-8D85-E38778F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FAFA1-A514-4B34-8F11-A6F613E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Gradient checks validate local implementations.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BEE23-56A0-4EC9-AF3E-36BAD4D3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F5EBF-4756-4491-B12F-9F1ABD8C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593E5-29F9-4355-84FA-7E330BEF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Activation, initialization, and residual design determine gradient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7849A-EC5A-4CD4-B29E-5A1211A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Backpropagation reuses local derivatives to compute every parameter gradient in one reverse pass.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AD096-B0B0-4B4A-92CD-60815A76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6-7 | B2 Ch. 6 and 8 | B3 Sec. 2.5, 5.3-5.4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CEC3D-B61F-4F03-8ACA-F7AAD227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5A3EA-BC48-4F87-ACFC-9929DE5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49C40-126B-4FC1-A667-8971AF4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990429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7F123-29DE-4244-9162-5DAD5873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B38A3-AD98-40DD-A442-18D3C8B4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Backpropagation reuses local derivatives to compute every parameter gradient in one reverse pass.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D794C-DB8D-46AC-9B74-3D55B7DE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50204-FCD1-4B13-85DA-C4C4DA00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14473-C3EC-4605-B683-73E92D79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does a scalar loss favor reverse-mode autodiff?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263ED-AB6A-49EC-9CB0-FDDDE44D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833DA-F36B-4400-9B6E-8D1FAF3D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would a layerwise gradient-norm plot reveal?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666E6-6AD8-4935-9578-61D6D30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A8A52-ACBF-4196-8E14-E68CF6DD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83F94-51E7-4014-B46A-B2E56E18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8A503-6A21-4109-85A9-1FF9E68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3BC70-3C32-4876-B763-14A62B70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DC15A-B90A-45EA-84F9-2D87A08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C7E13-24CA-4B5B-9EC5-F1EDF6B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7CFB3-7EAE-417B-B645-E15056A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1C271-25C6-4990-ADA4-6A521A86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3 | Backpropagation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0D8E7-F499-4811-832F-5CC2E22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36370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2026-07-12T22:11:15.7090000Z</dcterms:created>
  <dcterms:modified xsi:type="dcterms:W3CDTF">2026-07-12T22:11:15.7090000Z</dcterms:modified>
</coreProperties>
</file>