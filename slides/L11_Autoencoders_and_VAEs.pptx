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3d3397da9e4ac6" /><Relationship Type="http://schemas.openxmlformats.org/officeDocument/2006/relationships/extended-properties" Target="/docProps/app.xml" Id="Rdb799403047b4063" /><Relationship Type="http://schemas.openxmlformats.org/officeDocument/2006/relationships/officeDocument" Target="/ppt/presentation.xml" Id="Ra5d9d756cacc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675c9ea964546"/>
  </p:sldMasterIdLst>
  <p:notesMasterIdLst>
    <p:notesMasterId xmlns:r="http://schemas.openxmlformats.org/officeDocument/2006/relationships" r:id="R0df0f8c72d224fc4"/>
  </p:notesMasterIdLst>
  <p:sldIdLst>
    <p:sldId xmlns:r="http://schemas.openxmlformats.org/officeDocument/2006/relationships" id="256" r:id="R48f9439899404d60"/>
    <p:sldId xmlns:r="http://schemas.openxmlformats.org/officeDocument/2006/relationships" id="257" r:id="Ref5c72224c2c4f4d"/>
    <p:sldId xmlns:r="http://schemas.openxmlformats.org/officeDocument/2006/relationships" id="258" r:id="R6d5ae326b1474a9c"/>
    <p:sldId xmlns:r="http://schemas.openxmlformats.org/officeDocument/2006/relationships" id="259" r:id="Rc5c30c1db32748b8"/>
    <p:sldId xmlns:r="http://schemas.openxmlformats.org/officeDocument/2006/relationships" id="260" r:id="Rfa1dc90329c74b40"/>
    <p:sldId xmlns:r="http://schemas.openxmlformats.org/officeDocument/2006/relationships" id="261" r:id="Rb83bfe3813474103"/>
    <p:sldId xmlns:r="http://schemas.openxmlformats.org/officeDocument/2006/relationships" id="262" r:id="R74d0edd0ff5c4158"/>
    <p:sldId xmlns:r="http://schemas.openxmlformats.org/officeDocument/2006/relationships" id="263" r:id="R828e36e8aa1c47ea"/>
    <p:sldId xmlns:r="http://schemas.openxmlformats.org/officeDocument/2006/relationships" id="264" r:id="R896f6b81b0cc42c5"/>
    <p:sldId xmlns:r="http://schemas.openxmlformats.org/officeDocument/2006/relationships" id="265" r:id="R5f30ee3db52d4253"/>
    <p:sldId xmlns:r="http://schemas.openxmlformats.org/officeDocument/2006/relationships" id="266" r:id="R713e5e4cb8c04bb3"/>
    <p:sldId xmlns:r="http://schemas.openxmlformats.org/officeDocument/2006/relationships" id="267" r:id="R87abffb922eb42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f558d90684b46" /><Relationship Type="http://schemas.openxmlformats.org/officeDocument/2006/relationships/slideMaster" Target="/ppt/slideMasters/slideMaster1.xml" Id="Rcfe675c9ea964546" /><Relationship Type="http://schemas.openxmlformats.org/officeDocument/2006/relationships/notesMaster" Target="/ppt/notesMasters/notesMaster1.xml" Id="R0df0f8c72d224fc4" /><Relationship Type="http://schemas.openxmlformats.org/officeDocument/2006/relationships/presProps" Target="/ppt/presProps.xml" Id="Rc9c53327bc87438c" /><Relationship Type="http://schemas.openxmlformats.org/officeDocument/2006/relationships/tableStyles" Target="/ppt/tableStyles.xml" Id="Rf2859c9e3df5457b" /><Relationship Type="http://schemas.openxmlformats.org/officeDocument/2006/relationships/slide" Target="/ppt/slides/slide1.xml" Id="R48f9439899404d60" /><Relationship Type="http://schemas.openxmlformats.org/officeDocument/2006/relationships/slide" Target="/ppt/slides/slide2.xml" Id="Ref5c72224c2c4f4d" /><Relationship Type="http://schemas.openxmlformats.org/officeDocument/2006/relationships/slide" Target="/ppt/slides/slide3.xml" Id="R6d5ae326b1474a9c" /><Relationship Type="http://schemas.openxmlformats.org/officeDocument/2006/relationships/slide" Target="/ppt/slides/slide4.xml" Id="Rc5c30c1db32748b8" /><Relationship Type="http://schemas.openxmlformats.org/officeDocument/2006/relationships/slide" Target="/ppt/slides/slide5.xml" Id="Rfa1dc90329c74b40" /><Relationship Type="http://schemas.openxmlformats.org/officeDocument/2006/relationships/slide" Target="/ppt/slides/slide6.xml" Id="Rb83bfe3813474103" /><Relationship Type="http://schemas.openxmlformats.org/officeDocument/2006/relationships/slide" Target="/ppt/slides/slide7.xml" Id="R74d0edd0ff5c4158" /><Relationship Type="http://schemas.openxmlformats.org/officeDocument/2006/relationships/slide" Target="/ppt/slides/slide8.xml" Id="R828e36e8aa1c47ea" /><Relationship Type="http://schemas.openxmlformats.org/officeDocument/2006/relationships/slide" Target="/ppt/slides/slide9.xml" Id="R896f6b81b0cc42c5" /><Relationship Type="http://schemas.openxmlformats.org/officeDocument/2006/relationships/slide" Target="/ppt/slides/slide10.xml" Id="R5f30ee3db52d4253" /><Relationship Type="http://schemas.openxmlformats.org/officeDocument/2006/relationships/slide" Target="/ppt/slides/slide11.xml" Id="R713e5e4cb8c04bb3" /><Relationship Type="http://schemas.openxmlformats.org/officeDocument/2006/relationships/slide" Target="/ppt/slides/slide12.xml" Id="R87abffb922eb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b4f3751e4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8019125a1d45e7" /><Relationship Type="http://schemas.openxmlformats.org/officeDocument/2006/relationships/notesMaster" Target="/ppt/notesMasters/notesMaster1.xml" Id="R6974db790593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963cf2701f471c" /><Relationship Type="http://schemas.openxmlformats.org/officeDocument/2006/relationships/notesMaster" Target="/ppt/notesMasters/notesMaster1.xml" Id="Rfb6f53f863534d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5ec0076b544fc" /><Relationship Type="http://schemas.openxmlformats.org/officeDocument/2006/relationships/notesMaster" Target="/ppt/notesMasters/notesMaster1.xml" Id="R063e5084d67144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1be83e4ff14430" /><Relationship Type="http://schemas.openxmlformats.org/officeDocument/2006/relationships/notesMaster" Target="/ppt/notesMasters/notesMaster1.xml" Id="R79aa5d368ba847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079f4f15ab450d" /><Relationship Type="http://schemas.openxmlformats.org/officeDocument/2006/relationships/notesMaster" Target="/ppt/notesMasters/notesMaster1.xml" Id="R5e288251e0ca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fdf17ca7443fe" /><Relationship Type="http://schemas.openxmlformats.org/officeDocument/2006/relationships/notesMaster" Target="/ppt/notesMasters/notesMaster1.xml" Id="R4d8e072adc38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49a5d7eed6418f" /><Relationship Type="http://schemas.openxmlformats.org/officeDocument/2006/relationships/notesMaster" Target="/ppt/notesMasters/notesMaster1.xml" Id="R6d18b615b1a84f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9a3bc592c642f8" /><Relationship Type="http://schemas.openxmlformats.org/officeDocument/2006/relationships/notesMaster" Target="/ppt/notesMasters/notesMaster1.xml" Id="Rb1904cd3cec849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dfda9036f14607" /><Relationship Type="http://schemas.openxmlformats.org/officeDocument/2006/relationships/notesMaster" Target="/ppt/notesMasters/notesMaster1.xml" Id="R37a3747e30344a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2a765d541e41b8" /><Relationship Type="http://schemas.openxmlformats.org/officeDocument/2006/relationships/notesMaster" Target="/ppt/notesMasters/notesMaster1.xml" Id="R52a7384e49934b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2358074ccb4b2c" /><Relationship Type="http://schemas.openxmlformats.org/officeDocument/2006/relationships/notesMaster" Target="/ppt/notesMasters/notesMaster1.xml" Id="R4d760f0464a44b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258cfdf4dd4779" /><Relationship Type="http://schemas.openxmlformats.org/officeDocument/2006/relationships/notesMaster" Target="/ppt/notesMasters/notesMaster1.xml" Id="R7c0fd8aaedbd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9254012f6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a947cb11d04c3a" /><Relationship Type="http://schemas.openxmlformats.org/officeDocument/2006/relationships/slideLayout" Target="/ppt/slideLayouts/slideLayout1.xml" Id="Raa750bcfb247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50bcfb247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9b079e7d741be" /><Relationship Type="http://schemas.openxmlformats.org/officeDocument/2006/relationships/notesSlide" Target="/ppt/notesSlides/notesSlide1.xml" Id="Ra72088cb1bdc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c49baf2747e9" /><Relationship Type="http://schemas.openxmlformats.org/officeDocument/2006/relationships/notesSlide" Target="/ppt/notesSlides/notesSlide2.xml" Id="R7a461aa496a648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7c0f82b0549c5" /><Relationship Type="http://schemas.openxmlformats.org/officeDocument/2006/relationships/notesSlide" Target="/ppt/notesSlides/notesSlide3.xml" Id="R2b59bd7954ea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3341f95944702" /><Relationship Type="http://schemas.openxmlformats.org/officeDocument/2006/relationships/notesSlide" Target="/ppt/notesSlides/notesSlide4.xml" Id="Rdb95789d942b4f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6a1fcf21c4e94" /><Relationship Type="http://schemas.openxmlformats.org/officeDocument/2006/relationships/notesSlide" Target="/ppt/notesSlides/notesSlide5.xml" Id="R1f510e432c78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b1a0567624349" /><Relationship Type="http://schemas.openxmlformats.org/officeDocument/2006/relationships/notesSlide" Target="/ppt/notesSlides/notesSlide6.xml" Id="R7ff59c743db84f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2fa9612fa4d02" /><Relationship Type="http://schemas.openxmlformats.org/officeDocument/2006/relationships/notesSlide" Target="/ppt/notesSlides/notesSlide7.xml" Id="R28ab9e3106b447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e8d586bc746b3" /><Relationship Type="http://schemas.openxmlformats.org/officeDocument/2006/relationships/notesSlide" Target="/ppt/notesSlides/notesSlide8.xml" Id="Rfe09651d658f45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529316ddb4a81" /><Relationship Type="http://schemas.openxmlformats.org/officeDocument/2006/relationships/notesSlide" Target="/ppt/notesSlides/notesSlide9.xml" Id="Rd0c0aa4186f142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f6efa6a294476" /><Relationship Type="http://schemas.openxmlformats.org/officeDocument/2006/relationships/notesSlide" Target="/ppt/notesSlides/notesSlide10.xml" Id="R91ba13df7e0f42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c9dbcca3449ad" /><Relationship Type="http://schemas.openxmlformats.org/officeDocument/2006/relationships/notesSlide" Target="/ppt/notesSlides/notesSlide11.xml" Id="Rf9b311921d0c49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47f29561f4918" /><Relationship Type="http://schemas.openxmlformats.org/officeDocument/2006/relationships/notesSlide" Target="/ppt/notesSlides/notesSlide12.xml" Id="Ra1686503d7ec49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A36B2-F5F9-46B3-A25F-EF2712C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11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EB0BB-29C9-442D-9D59-A076FC8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Autoencoders and VAEs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29F2-3D17-4C7A-9BC8-1233BDC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VAE learns a smooth probability distribution in latent space by balancing reconstruction with regularization.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09E25-C1F7-4A82-A587-875655B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F7665-9290-41FF-A3C9-CF13E897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BF7F4-314B-4C26-BF02-E32D079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62471-DAC2-4F9D-883B-9D26C4E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0A2E1-C0F9-4271-8072-AFE97F9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A9668-5B16-435C-9FCD-8E8AFAA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6DABD-2723-4AB0-8F82-660F5C3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mu, logvar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78896-CAA3-444A-A158-41841FF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273F9-FC42-42F8-A9E1-E53CF6B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z = mu + std·eps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B624A-4393-4D10-AA4D-64E1272E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C80B0-A722-48ED-B002-063EFBD1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E4B6B-C748-4EA0-B1AA-DAC30BB2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F5053-5E16-4B05-8513-3C16BA93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4F720-BA17-4F0D-A812-A46E745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9EC02-93F1-440A-AD17-FCB2DB5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AE26E-D4B8-4761-91FF-156492B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043FC-C4AC-4C49-A5D7-49FA948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08C2F-3FD4-47F3-882F-7CAF991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877236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0F7A8-A38F-4B7F-92E2-216E2C53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60719-FE00-4809-A889-335C8DB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8A3DA-4590-4BF8-993F-93FC730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4C0D9-91D7-477E-9892-CD80788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7811-2558-4250-8BFD-60EEC479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bottlenecked reconstruction and latent representations.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F4943-961E-4650-8D55-C361B357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84254-51F3-4AE1-A4FD-1170FC21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28169-8E9A-4738-B7A4-3659202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Derive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51656-602C-487A-A7B1-0986315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Derive the VAE objective and reparameterization idea.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B9726-1511-462F-8CBE-5096249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E9BFB-6B8F-4E60-8DFE-AE49E47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7BAFE-F6C7-48E7-881B-AE85F03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D740B-F583-4B2D-B1CB-D5346C2B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Interpret reconstruction, KL, interpolation, and posterior-collapse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29DF2-A145-4D90-9098-E8112FC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EAA23-3219-43E2-9970-5546AF42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0083E-98E9-476B-9835-08F05CB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4A94D-AC67-4AF6-9E28-7F90EBEA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VAE maps each input to a distribution, not a single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A1FFD-BDD5-4480-9CDE-0365696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60D13-8277-48B9-AB6E-1B046BA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 autoencoder must be constrained to learn useful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A700D-A371-4889-A543-B3BE30F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32307-C9A2-4407-A7D8-4299403D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ELBO exposes the VAE's central trade-off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C6CBB-E863-439F-A159-2BC88E8D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812D1-6CD9-441C-BCF6-82ECACE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Reparameterization separates randomness from learnable parameters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5A1C7-66DD-41AB-9CD8-E751D4A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02F32-DD7C-445F-ACF4-96FDE08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 quality and latent organization can pull apart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BEEE0-D92C-461C-8B8A-82CB09C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72D22-D84C-40FB-960B-E7A0BDB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how beta changes the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17F4A-66AF-4801-BB70-093FE68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21CD4-B73D-4750-BDA8-F68C436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98A639-74C4-4309-BD97-EC27D137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CA171-B233-4191-A0C6-659AF38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813019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3107F-15E2-4EBF-B94F-4BE874A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A444-B07A-4327-A4F4-888BEF7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VAE maps each input to a distribution, not a single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8F071-6AEF-4BBE-83AA-BC7F2D3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06854-DC35-4B06-95F4-6C160C4F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15AC3-B3EF-4D0B-A728-48CF085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F99B2-AD26-441B-91A8-942BCA9A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1AE56-F1E8-454A-8E39-789E4A2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03865-78E8-44DB-874A-A3B15C8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FA9DA-23FF-4B1B-A01A-A88474F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D1CF8-C992-47D3-8756-7B37F14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C89F3-BED8-4D25-B03C-266285D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Distribution: mu, logvar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2FC0-9F52-4814-B38B-B6C0C7A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Reparameterize 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FAEC9-4D09-4037-9E44-85DCE50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ADD99-D8BA-40C1-80F8-D51E9581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A2035-CC3D-4745-B99F-59A818DA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KL term organizes the latent space so nearby samples can decode into coherent outputs.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40BFC-8E65-419E-A843-006C3B3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4FED-342C-4FD5-971D-D618ABC7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4CF03-98A0-491B-99CF-BF950C1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033A0-A607-44BD-8658-B0F167A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380B1-AC26-4416-AA77-6143A2C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138769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4BD091-F1CD-4164-BEB8-2FCCAD55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8D9D0-B635-40AF-94DF-ABC2925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 autoencoder must be constrained to learn useful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2EEB4-6B65-4D7D-BAB1-20D04B9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An encoder compresses input information into a latent representation.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decoder reconstructs the input from that representation.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Without capacity or noise constraints, the system may simply memorize.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9AB2C-19B2-4039-89DF-7B044CE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FFB1E-E9E2-4AFA-8376-6AF13EC6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9DC28-748E-4661-988B-06477B0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53989-02F6-4394-A2A6-6BD098F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BE492-D877-4E38-9A5C-E4A8E1F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98998-912E-42C5-A707-8B055E86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85AEB-68AB-457F-96EB-225312D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Constrained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36683-9A5E-4151-B0DC-B3FF10A3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D71EA-431B-4DCF-81C9-E72E45FC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A1EC0-A02C-4A99-91F9-118CC72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3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C5E9E-812E-43E1-807B-90EBBD56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20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EA6FE-F01C-4F23-AA5B-8347F38B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VAE learns a smooth probability distribution in latent space by balancing reconstruction with regularization.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B2B6F-6B2B-4BF8-B417-1A733F1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72469-04F7-4C40-8D47-1FF03C37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E1A86-7617-43E4-877F-4CB4224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9CECD-0DBA-4602-89C3-23DBE22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394347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F11E7-C697-445D-9031-7BCC6BC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AAADF-2269-4894-8527-BE6C014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ELBO exposes the VAE's central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F0F4C-BCE5-4CE5-B30D-9F496309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F5E1C-4E4A-4399-B998-3E8EB79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sample has reconstruction loss 42 and KL divergence 3.5 with beta = 0.2.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C3430-485B-4FCC-A6CE-D1997E0A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3C5F-338F-4EB7-BBAD-8CD174AD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Weighted KL = 0.2 x 3.5 = 0.7.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1FDBA-8F21-4865-9D95-EF0DEB3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6A0EA-3CF2-4271-9371-4C247A4D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431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Total loss = 42.7.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94772-2661-4038-A88F-A2758A4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C3144-67B4-41D8-BC59-30D231D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Increasing beta strengthens latent regularity but can reduce detail.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AB4C0-C081-41A8-B993-3D9B9F7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C2963-AFAB-4A73-B9AE-6E710C2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D7344-C1E7-4B35-8662-B4689538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useful setting is empirical: monitor both terms, reconstructions, and latent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9086E-D3A4-4E40-88FA-0FCCE4B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4BDC1-60D1-410B-88E0-CF88A0E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6BFCA-F957-46CE-8B7D-6BF0B03E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FD144-7C3D-4C57-B49F-B9447A0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5952393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007F8-16B8-410C-A29E-4EB70AC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21CF9-CBCB-4D07-A052-191BDA86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Reparameterization separates randomness from learnable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525D1-9580-4D8E-B3E1-365D31C9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encoder predicts mu and log variance.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Sample epsilon from a fixed standard normal.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Construct z = mu + sigma * epsilon so gradients reach the encoder.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CDAF7-E4F1-4F29-9C33-9061ACD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9FE4F-FACA-4E92-B324-FDE2FA8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2EC31-2221-4D9C-9BCC-E5D1854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0FC0A-DBC1-4C0C-831D-0A73852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8C370-CF17-4E86-BD0F-DA3480C1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9DB4-F27E-4575-8983-C86D95E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8E93C-A38E-45FD-AC4D-B8A23D7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Inject fixed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207FF-98BD-46F7-BCC6-392804B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82904-0FAC-413A-AAB1-EACFB4FD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DE8A-61F9-429E-A22E-94F2BE6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Decode and optimize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61F5C-5D27-481A-99BD-98BF3A8D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B2832-299F-4FCC-9443-D9DD0BD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FE9C5-7627-4185-95C9-370D989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853CD-268B-488A-8390-4EC4EF2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4C3F3-5C5A-42C9-8018-876EEC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535861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2193E-BB4C-41EB-992A-56C3303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8ABDD-1F0F-4537-9972-2A14D15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 quality and latent organization can pull apart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D7E13-A6FD-4789-BDFF-6031089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sharper reconstruction does not automatically imply a more useful generative latent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342C5-11C4-465D-A09E-56D38A3C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69024-CD10-4CF6-A05A-CC42DDCF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Weak KL pressure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3EF5-BDE8-4708-9F66-75DF56D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Better reconstruction detail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Irregular latent regions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Poor sampling between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2B5D0-93AF-4FF4-AD6F-82D1BFBE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7380C-B5BC-484D-8DD6-28C1CE2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Strong KL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192D0-776C-49DA-9EDA-88F8186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Smoother latent organization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More coherent sampling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Risk of posterior collapse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D916A-F665-4F03-AFA3-29B7A47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FAA21-CD2F-47F9-AB8F-BFC7E79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DF0BF-EEE7-46C2-9DF5-80A66D3F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1A4A9-FF7B-4FAB-85B6-FF4884FD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2099455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D9DCD-1266-4266-B521-EBE13C1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0E57-E8A1-4C48-A31B-06E58A9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Log reconstruction and KL terms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CB45B-F764-4806-9D32-0F4171D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6F2DC-8982-4AD7-9541-1811819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mu, logvar = encoder(x)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std = torch.exp(0.5 * logvar)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z = mu + std * torch.randn_like(std)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recon = decoder(z)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rec = recon_loss(recon, 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kl_term = kl(mu, logvar)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 = rec + beta * kl_term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841E1-7F41-48E5-A1BF-A944CFC7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20428-DD6A-493C-85C9-8052573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CDD4C-084E-4EE7-A686-5ED1C51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Check decoder output range.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0ACA0-A88C-4BBD-96F7-987BBB9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5ADF5-B6B9-4651-8B90-DC58AFF2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Normalize loss per sample.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3F7F9-0F76-429D-82A7-00E9D0A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B055-8681-43EB-ABBF-1B2523D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latent interpolation.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231DE-E5F5-4FB7-A01E-4D869AA4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850D7-BF2B-4BEC-88D1-54EA21F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17E0F-78AF-4F69-AE40-64071CF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C8111-9504-4106-921B-DD37B32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544391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8B1BB-DBF1-47E5-A413-732664F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1E98E-724E-4AC9-8141-30FFB7D3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low total loss can conceal a useless latent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C953A-03DB-4065-BB3C-62EE6E8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1F27-C80B-4473-AFA9-B18DE14B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B9451-4CE3-49AD-A2C2-A4A597C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Memorization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5906-F819-4DDF-9D2D-F39BE11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 unconstrained bottleneck copies inputs without transferable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AFCD-C5F8-4E6E-9266-273B8C0B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671E0-A4A5-4CA9-8B4F-3C05557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270B0-AEBB-47E0-B591-C4DAF186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Posterior collapse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D2D4F-0EBD-427D-8EF1-0E193EA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decoder ignores z and the KL term falls near zero.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2B221-7125-4B47-BE27-30F36C89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1A999-8198-4502-9C0C-6A5205B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CEA2A-8FAA-4561-B321-203C992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Scale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34841-D6D5-40C9-B869-2C0C2A4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Reconstruction and KL magnitudes are compared inconsistently.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F8CC1-7CFF-4FDC-B708-58F55F9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904C0-0D59-44A1-9E3E-6EB8EDAB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AE106-2F7B-404A-B1CD-AEC3619C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72DD9-6117-46A8-AA08-FC5E005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6448C-50CE-4BB7-AFC3-6D1E970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278459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6E628-B2F1-4065-8CA1-391DC96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EF9F6-0A48-4078-A78D-7F2BC7B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how beta changes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AD5F6-1614-47D1-89B0-7552DF9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EC413-76A0-4BE2-B34C-890F088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Sketch reconstruction quality, KL magnitude, and latent separation for beta values 0, 0.1, 1, and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D2260-2EDE-4CD5-9E28-8859A41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B58CC-BDDA-4A21-AD4F-79EEE87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before seeing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01A6B-88A9-4660-9EC1-5370222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25FFD-1013-47B3-BEDD-8117C4AC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one measurable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205EC-F89A-4B35-9143-FCB1158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E38D2-7F6D-4982-B575-AE5FD61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the trade-off.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C658F-5634-4FA5-993A-83DE900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C3624-3D21-4B31-9FFF-B3DA1BA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conclusion combines loss terms with sample and interpolation inspection.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FB8CF-EE96-4972-9577-2760BC4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D328A-517F-4411-BA5A-F6B701F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5B327-B680-4D82-8B5C-22F4D0E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B3777-15C5-4C3E-9488-D667E05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209733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AC841-9954-433E-A74D-8A15945E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7443E-011A-45DC-A0CB-877100E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DE068-77DC-4339-949D-3AC34668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3945E-E031-4446-8493-9C39AA2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7EB96-7A5D-404B-93BF-9F12B348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4BE66-534E-4D54-87CC-6D640FA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Autoencoders need constraints to learn reusable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80BB5-4F9C-4DB9-9505-2367582F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0E699-769B-4E41-BB66-7D64A446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0956B-960F-403B-AD54-340274C3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VAEs regularize a distribution over latent codes.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78195-6ECF-44A2-B47B-49F41929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0340-969C-4C1D-9C7F-44DA666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26160-94D7-4653-86A7-797A78C1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Reparameterization enables gradient-based learning through sampling.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0E7E7-2413-4818-A3A6-49CE3B9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VAE learns a smooth probability distribution in latent space by balancing reconstruction with regularization.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E8E9B-B871-42F1-AC53-00AE3F5B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14 and 17 | B2 Ch. 14 and 20 | B4 Ch. 17 | B5 Ch.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6988A-6C1D-497F-844E-B7E57EA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3BF47-52EB-4733-9257-6CE9CC17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A4806-2F89-4FFE-B6F2-F5DE19A8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155302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01578-E85C-47C6-B433-7D30599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93702-7709-4C94-85C9-4B229ADD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VAE learns a smooth probability distribution in latent space by balancing reconstruction with regularization.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5D994-7347-46E2-A744-D2FA5FB4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8FAD8-4ABE-479C-8438-79D0098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C5757-E5FA-402F-90C7-0A3B4FC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does posterior collapse look like?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D3E2D-6799-4570-8C98-62E2E0F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94B36-4A4B-418E-ABF2-3742AFF4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latent interpolation a useful diagnostic?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B2C90-2733-4F1E-A6B9-C9FE6F6B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7C414-1AD3-43F1-BAC7-5AE1755F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9F88-CC9B-4F10-B1A8-CDE761F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F42C9-D45C-4E73-A656-41EE8A1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6ADC5-369E-47BE-8745-89A6D654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1779F-5E06-4131-B985-165F056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8BDF1-7354-4950-8CDF-DC1F6FD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Bishop &amp; Bishop, Deep Learning: Foundations and Concepts (Springer,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7DED7-5581-4DC8-AAC0-238B0F6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3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3C518-FA80-4695-A93A-6ED1FA1D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86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Foster, Generative Deep Learning, 2nd ed. (O'Reilly Media, 2023)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A9A88-D398-4299-BA7B-D59D9D8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05BA1-E74E-4BD6-BFDC-34DEF45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11 | Autoencoders and VAEs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12985-6E98-4CA4-9698-E08ED470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57701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2026-07-12T22:12:01.1580000Z</dcterms:created>
  <dcterms:modified xsi:type="dcterms:W3CDTF">2026-07-12T22:12:01.1580000Z</dcterms:modified>
</coreProperties>
</file>