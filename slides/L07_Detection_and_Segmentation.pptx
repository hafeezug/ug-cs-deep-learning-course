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ac9a7946ff4782" /><Relationship Type="http://schemas.openxmlformats.org/officeDocument/2006/relationships/extended-properties" Target="/docProps/app.xml" Id="R1f2cd0872b9847c8" /><Relationship Type="http://schemas.openxmlformats.org/officeDocument/2006/relationships/officeDocument" Target="/ppt/presentation.xml" Id="R73491bef6a5847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3748fc63934b19"/>
  </p:sldMasterIdLst>
  <p:notesMasterIdLst>
    <p:notesMasterId xmlns:r="http://schemas.openxmlformats.org/officeDocument/2006/relationships" r:id="Rd141474c88dd4f8c"/>
  </p:notesMasterIdLst>
  <p:sldIdLst>
    <p:sldId xmlns:r="http://schemas.openxmlformats.org/officeDocument/2006/relationships" id="256" r:id="R0d38c27b99e74b3f"/>
    <p:sldId xmlns:r="http://schemas.openxmlformats.org/officeDocument/2006/relationships" id="257" r:id="Rf149815dd1fd462e"/>
    <p:sldId xmlns:r="http://schemas.openxmlformats.org/officeDocument/2006/relationships" id="258" r:id="R0e023957d4c34bba"/>
    <p:sldId xmlns:r="http://schemas.openxmlformats.org/officeDocument/2006/relationships" id="259" r:id="Rf8c72d93e3c64dec"/>
    <p:sldId xmlns:r="http://schemas.openxmlformats.org/officeDocument/2006/relationships" id="260" r:id="Rd9740a268b56443d"/>
    <p:sldId xmlns:r="http://schemas.openxmlformats.org/officeDocument/2006/relationships" id="261" r:id="R90c3bea374b64e01"/>
    <p:sldId xmlns:r="http://schemas.openxmlformats.org/officeDocument/2006/relationships" id="262" r:id="R86476537a7194d5d"/>
    <p:sldId xmlns:r="http://schemas.openxmlformats.org/officeDocument/2006/relationships" id="263" r:id="Rad2438f496eb4481"/>
    <p:sldId xmlns:r="http://schemas.openxmlformats.org/officeDocument/2006/relationships" id="264" r:id="R9c6e911227fa4df0"/>
    <p:sldId xmlns:r="http://schemas.openxmlformats.org/officeDocument/2006/relationships" id="265" r:id="R0395daa81f234f21"/>
    <p:sldId xmlns:r="http://schemas.openxmlformats.org/officeDocument/2006/relationships" id="266" r:id="Rf63dde3ff2814fba"/>
    <p:sldId xmlns:r="http://schemas.openxmlformats.org/officeDocument/2006/relationships" id="267" r:id="R6bda5f4b3c3b41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0e5e6820034a17" /><Relationship Type="http://schemas.openxmlformats.org/officeDocument/2006/relationships/slideMaster" Target="/ppt/slideMasters/slideMaster1.xml" Id="Rf13748fc63934b19" /><Relationship Type="http://schemas.openxmlformats.org/officeDocument/2006/relationships/notesMaster" Target="/ppt/notesMasters/notesMaster1.xml" Id="Rd141474c88dd4f8c" /><Relationship Type="http://schemas.openxmlformats.org/officeDocument/2006/relationships/presProps" Target="/ppt/presProps.xml" Id="Rf717575655f64676" /><Relationship Type="http://schemas.openxmlformats.org/officeDocument/2006/relationships/tableStyles" Target="/ppt/tableStyles.xml" Id="Rc00a18c681e64a93" /><Relationship Type="http://schemas.openxmlformats.org/officeDocument/2006/relationships/slide" Target="/ppt/slides/slide1.xml" Id="R0d38c27b99e74b3f" /><Relationship Type="http://schemas.openxmlformats.org/officeDocument/2006/relationships/slide" Target="/ppt/slides/slide2.xml" Id="Rf149815dd1fd462e" /><Relationship Type="http://schemas.openxmlformats.org/officeDocument/2006/relationships/slide" Target="/ppt/slides/slide3.xml" Id="R0e023957d4c34bba" /><Relationship Type="http://schemas.openxmlformats.org/officeDocument/2006/relationships/slide" Target="/ppt/slides/slide4.xml" Id="Rf8c72d93e3c64dec" /><Relationship Type="http://schemas.openxmlformats.org/officeDocument/2006/relationships/slide" Target="/ppt/slides/slide5.xml" Id="Rd9740a268b56443d" /><Relationship Type="http://schemas.openxmlformats.org/officeDocument/2006/relationships/slide" Target="/ppt/slides/slide6.xml" Id="R90c3bea374b64e01" /><Relationship Type="http://schemas.openxmlformats.org/officeDocument/2006/relationships/slide" Target="/ppt/slides/slide7.xml" Id="R86476537a7194d5d" /><Relationship Type="http://schemas.openxmlformats.org/officeDocument/2006/relationships/slide" Target="/ppt/slides/slide8.xml" Id="Rad2438f496eb4481" /><Relationship Type="http://schemas.openxmlformats.org/officeDocument/2006/relationships/slide" Target="/ppt/slides/slide9.xml" Id="R9c6e911227fa4df0" /><Relationship Type="http://schemas.openxmlformats.org/officeDocument/2006/relationships/slide" Target="/ppt/slides/slide10.xml" Id="R0395daa81f234f21" /><Relationship Type="http://schemas.openxmlformats.org/officeDocument/2006/relationships/slide" Target="/ppt/slides/slide11.xml" Id="Rf63dde3ff2814fba" /><Relationship Type="http://schemas.openxmlformats.org/officeDocument/2006/relationships/slide" Target="/ppt/slides/slide12.xml" Id="R6bda5f4b3c3b41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5a76a9399d4b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51ed4cde2a4fa8" /><Relationship Type="http://schemas.openxmlformats.org/officeDocument/2006/relationships/notesMaster" Target="/ppt/notesMasters/notesMaster1.xml" Id="Rd636ebe5651545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d0a3feba79490b" /><Relationship Type="http://schemas.openxmlformats.org/officeDocument/2006/relationships/notesMaster" Target="/ppt/notesMasters/notesMaster1.xml" Id="R0b133946a83742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f52e51e6c849b4" /><Relationship Type="http://schemas.openxmlformats.org/officeDocument/2006/relationships/notesMaster" Target="/ppt/notesMasters/notesMaster1.xml" Id="R1ebb5ae6137c45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9acf57f296409d" /><Relationship Type="http://schemas.openxmlformats.org/officeDocument/2006/relationships/notesMaster" Target="/ppt/notesMasters/notesMaster1.xml" Id="Rb57d2d11c9f440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b4b0e9ba264154" /><Relationship Type="http://schemas.openxmlformats.org/officeDocument/2006/relationships/notesMaster" Target="/ppt/notesMasters/notesMaster1.xml" Id="R5ffca1a4292d4e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b5d0380ac948f7" /><Relationship Type="http://schemas.openxmlformats.org/officeDocument/2006/relationships/notesMaster" Target="/ppt/notesMasters/notesMaster1.xml" Id="R5c0b2b3ed23c49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6c2178d2fc488c" /><Relationship Type="http://schemas.openxmlformats.org/officeDocument/2006/relationships/notesMaster" Target="/ppt/notesMasters/notesMaster1.xml" Id="R5070b07f939c44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0e4b6b3e1d4865" /><Relationship Type="http://schemas.openxmlformats.org/officeDocument/2006/relationships/notesMaster" Target="/ppt/notesMasters/notesMaster1.xml" Id="R84a9b925417d45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ceed772d6a4618" /><Relationship Type="http://schemas.openxmlformats.org/officeDocument/2006/relationships/notesMaster" Target="/ppt/notesMasters/notesMaster1.xml" Id="R6028a460ac0243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237a482bcc4f2c" /><Relationship Type="http://schemas.openxmlformats.org/officeDocument/2006/relationships/notesMaster" Target="/ppt/notesMasters/notesMaster1.xml" Id="Rfe0a9783e85c47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cc88688de54ce3" /><Relationship Type="http://schemas.openxmlformats.org/officeDocument/2006/relationships/notesMaster" Target="/ppt/notesMasters/notesMaster1.xml" Id="Rcae75f6695fb40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4ac04056f24d82" /><Relationship Type="http://schemas.openxmlformats.org/officeDocument/2006/relationships/notesMaster" Target="/ppt/notesMasters/notesMaster1.xml" Id="Rd86e7699f52749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d93e270de47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f8cadee47c4e2c" /><Relationship Type="http://schemas.openxmlformats.org/officeDocument/2006/relationships/slideLayout" Target="/ppt/slideLayouts/slideLayout1.xml" Id="R44413d4678ab45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413d4678ab45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31aa254b740a0" /><Relationship Type="http://schemas.openxmlformats.org/officeDocument/2006/relationships/notesSlide" Target="/ppt/notesSlides/notesSlide1.xml" Id="R4d1a7726937045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6ae1ff3224aab" /><Relationship Type="http://schemas.openxmlformats.org/officeDocument/2006/relationships/notesSlide" Target="/ppt/notesSlides/notesSlide2.xml" Id="R263b8520c6bc43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a3790dc6144c2" /><Relationship Type="http://schemas.openxmlformats.org/officeDocument/2006/relationships/notesSlide" Target="/ppt/notesSlides/notesSlide3.xml" Id="R9bf6ddfdf5cc44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1291402b7478d" /><Relationship Type="http://schemas.openxmlformats.org/officeDocument/2006/relationships/notesSlide" Target="/ppt/notesSlides/notesSlide4.xml" Id="Rc88d13d3b9d945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d72afb35c4721" /><Relationship Type="http://schemas.openxmlformats.org/officeDocument/2006/relationships/notesSlide" Target="/ppt/notesSlides/notesSlide5.xml" Id="Ra8ccbfdb2d334d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4dd24759c428f" /><Relationship Type="http://schemas.openxmlformats.org/officeDocument/2006/relationships/notesSlide" Target="/ppt/notesSlides/notesSlide6.xml" Id="R4ec866c99ee240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1589d2fb04be6" /><Relationship Type="http://schemas.openxmlformats.org/officeDocument/2006/relationships/notesSlide" Target="/ppt/notesSlides/notesSlide7.xml" Id="R0b3aa3f07b1e4b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519ca7d704b8b" /><Relationship Type="http://schemas.openxmlformats.org/officeDocument/2006/relationships/notesSlide" Target="/ppt/notesSlides/notesSlide8.xml" Id="R2b6462f8c9584d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4dbfc184f40a0" /><Relationship Type="http://schemas.openxmlformats.org/officeDocument/2006/relationships/notesSlide" Target="/ppt/notesSlides/notesSlide9.xml" Id="Rd067434e4da841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7c1641cba4532" /><Relationship Type="http://schemas.openxmlformats.org/officeDocument/2006/relationships/notesSlide" Target="/ppt/notesSlides/notesSlide10.xml" Id="R45ee5d2dc15948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7b3b3d25d4f6e" /><Relationship Type="http://schemas.openxmlformats.org/officeDocument/2006/relationships/notesSlide" Target="/ppt/notesSlides/notesSlide11.xml" Id="R6a48479216e445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12f038b6f4db8" /><Relationship Type="http://schemas.openxmlformats.org/officeDocument/2006/relationships/notesSlide" Target="/ppt/notesSlides/notesSlide12.xml" Id="R8ab0f363f5fc4a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618488-51B2-442C-BCDC-A042C813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7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E669D-AB12-443B-BE6D-841C62BC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Detection and Segmentation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9C1AC6-63DF-4FC9-8BA4-B3AD3C86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The output structure determines the model head, labels, metrics, and error analysis for visual tasks.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E5A92-B829-43DB-A569-0A02D8DF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D36B0-F546-4A33-82F5-0C26E4983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1999" y="1152525"/>
            <a:ext cx="1420178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84FD9-EE4B-461F-883A-89EC7515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1743075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E5DCB-D514-4686-ADAB-3139A4C0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963" y="2152650"/>
            <a:ext cx="327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8B893-0522-42DC-B1D6-0B18D44C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963" y="2152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8D379-6095-427D-A493-D59E8A67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38400"/>
            <a:ext cx="14636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CLASSIFY</a:t>
            </a:r>
          </a:p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label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3F0D6-C0D9-41CA-842B-4FC8F3E0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152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DEE4C-E9A7-4A29-BD92-6629B567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250" y="2438400"/>
            <a:ext cx="14636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DETECT</a:t>
            </a:r>
          </a:p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box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3F04B-E390-47AB-8465-C48BF030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212" y="2152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ABC41-0576-4B3F-B095-F8838738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375" y="2438400"/>
            <a:ext cx="14636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SEGMENT</a:t>
            </a:r>
          </a:p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pixel map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AF53F-8FAB-4480-A6EC-00EA606E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E23E5-5FA0-465B-9B94-458831F5B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079C8-BC24-4EB3-B4E7-63105C58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1A36B-3330-4BF9-937A-80D52DE7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016383-D71A-45AB-86E8-DBD0E10D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590214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215FA-995C-48B7-95E6-8CBD1B63F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10AD1-05AE-42A6-9EE4-EEF5A05F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60F1B-3C4E-4316-9FBC-B9C90CE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37E63-1864-472D-9503-9862F237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Distinguish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886A3-9B6F-4CFB-9C07-6DA0A7C9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Distinguish classification, detection, and segmentation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7BA7A-F761-4EC1-8915-7BA49BD3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BC2F5-82FF-4B40-A172-1C59AEF9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E74ED-7D87-483A-B416-F6C977A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6FAC6-A3E6-494A-8EF2-BB0FB1DA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one-stage, two-stage, FCN, and U-Net design patterns.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3CEB9-B92E-42AE-A704-FF4A8D3B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2174A-3A9B-4E3D-A915-CB50CB74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8C140-1D79-40B5-BF64-93ECFA34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3A855-D22A-4A2C-9BDE-52D89C5C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Compute IoU and Dice and connect metrics to failure modes.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C4622-C75A-4EE9-BA56-4C48CEE7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400D3-DA8A-42DA-AA81-9EDA27D6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17A35-0CD3-4E3A-A6C8-D2405FC6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7520AE-C937-4174-A178-8360FF3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image can require a label, a box set, or a pixel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E1B82-2CA2-4044-A620-BE5CA86E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71FE8-B7A1-4739-8DD0-C849A50D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Detection adds localization and duplicate-control to classification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8F854-61A5-4DBC-81A0-4375565F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7616D-A7D8-414D-BFE0-C6758928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IoU turns box overlap into a testable localization criterion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F40D7-EBF7-4736-8536-25E09D55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7043FD-E632-454B-A200-C2D2947D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Segmentation preserves spatial detail through encoder-decoder paths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6CDDDC-9C6E-4284-839B-4FCE7858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117B6-2FC6-4473-B1AF-4161DFE3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right task is the least expensive output that supports the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68B3F-2041-4F77-BFE8-F5577F17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218B8E-F584-4532-A0F2-B1AFD3DA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the visual target and metric together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B5BB4E-D48D-4DC1-BDD9-4462F4C3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AA1E86-8B8D-4030-A903-EBFA6326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C89920-CF9B-4A3A-9A2E-3B8FB188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5DAAC6-6B20-4B62-AD21-BDC42766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1436172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AF2AAA-A97F-40CA-8D90-57177C79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2AF3E-1F7D-42E7-8F7C-DBFFAF96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image can require a label, a box set, or a pixel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47F0F-F947-4F8F-9F7F-A5CAD9DA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058EB-3B89-4299-A75B-54AEAB56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0275"/>
            <a:ext cx="1524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image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74F5B-C4A6-46A7-9CF6-8503D676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90825"/>
            <a:ext cx="0" cy="409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578A8-FA98-4008-B587-282B91A8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50" y="3200400"/>
            <a:ext cx="725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4FBF6-3A42-4F49-A6A2-F3293B3A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0150" y="32004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AA71B4-3478-43E2-B424-2A0C2C37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3454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CLASSIFY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one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3F8B8-2428-49B6-B3E7-854BBB62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146ED-B663-4C43-B41D-0C47F7E1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86150"/>
            <a:ext cx="3454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DETECT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box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0B666-B417-470F-A256-8FDCCC08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1850" y="32004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54C4-D8D3-4A6D-8E1D-298C1A53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4650" y="3486150"/>
            <a:ext cx="3454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SEGMENT</a:t>
            </a:r>
          </a:p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pixel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A2BDCE-6B04-40C0-B98F-D83413E1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Changing the target changes annotation cost, output dimensionality, post-processing, and evaluation.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D9A19-3CEE-42BE-89C8-790B6ACC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E681B7-7A3E-48EA-84C3-418CDC04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6C61C-5D2D-44F1-87DC-8622A78D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FFC65-C42E-4EEA-899D-E1478DB6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2C68F-D0D4-4C17-97B6-430D874D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8545073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899EB4-FEEA-469D-8B09-82436BE5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6D3DF-718A-4443-97DB-D1418A8D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Detection adds localization and duplicate-control to classification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C3323-2279-438F-A90A-5F4B556D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One-stage detectors predict boxes and classes densely for speed.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Two-stage detectors propose regions, then classify and refine them.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Matching, confidence thresholds, and non-maximum suppression shape results.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2EB62-0D13-403D-93D2-15F786F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A719A-2B1F-497F-9D2D-36C844EF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2A0EE3-8E1B-44EF-AB39-02797E65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764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F9B8F-E748-4AE2-9ACE-025EDBE7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447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0F5A0-9884-4757-8CBF-6B8EB977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2764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Feature pyramid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ADDB3-0602-4295-ACBF-58E6ABA4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60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44100-37BC-4175-AE71-9E063E9C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892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 + box heads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B3452-C79C-408D-9C13-DB7106CD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2607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EA5D0-E608-48F0-800E-C68E6856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30892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Rank + suppress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052C4-6DC4-4095-B3D8-352BA5EC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35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C8963-B644-425C-A6C1-608D84F6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020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Final boxes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529C7-00EA-414B-9EFA-3D1790A4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output structure determines the model head, labels, metrics, and error analysis for visual tasks.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BC333-2BE8-42FC-B76B-48FF0ED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62ABC-C52F-4E4C-BA42-3D06B791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CC310-3A1A-4AEF-A795-9C9F0333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6E763-4E28-4048-BD53-21C16B2B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237789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FDBF1C-0D3C-42D3-AD6F-883A33E5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188B6-0E75-4DA0-A204-6FC526EC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IoU turns box overlap into a testable localization criterion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C6D43F-DDB9-4408-AF72-DAF65245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3ADEB2-0A4E-498D-AAFC-BDE09181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predicted box overlaps a 100-pixel ground-truth box by 60 pixels and has 120 pixels total area.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CA65F-61CC-40D1-92BA-714FAC8E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B03768-3119-4F4B-B983-1953C050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Union = 100 + 120 - 60 = 160.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B7B8B-0198-4A01-923E-2273B188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4AEA4-02A3-484C-AFB4-C1B0DA5C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IoU = 60 / 160 = 0.375.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DAD43-A700-44E2-AD2D-BD6238EA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F1434-6BE7-4F79-86B6-AD36BE30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At an IoU threshold of 0.50, this prediction is not a match.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A3FB7-A298-4702-BB3E-3ABDC016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6D30C-0063-4481-ABFB-4D43FFA8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E8B79F-727D-4574-893F-DC90C9E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union is 160 pixels, so IoU = 0.375; at a 0.50 threshold, the prediction is a localization error.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F9399-83F0-4114-91D3-C0CD202D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ACF28-44FB-4CDD-A793-B654E02D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D6D8C-7B1E-42B9-AB34-990B424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70D4C5-A3C6-4815-BA58-A55980BD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2411824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BD86C1-9C19-44C7-8757-333C4ABA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3458D-AB00-46E5-96B0-8753A1E4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Segmentation preserves spatial detail through encoder-decoder paths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AD6524-D9E2-4A10-9C61-393A3F00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FCNs replace dense heads with spatial predictions.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U-Net skip connections restore fine detail lost during downsampling.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Dice emphasizes overlap and is useful when foreground pixels are scarce.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2F98B-0631-46C0-A792-CEDB408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9A6116-8690-44F8-935B-ECF6109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3848A-E005-4939-9FDC-7ECCB54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9FBFB-724D-4411-A5A4-935F195F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Encode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1CEA7F-5DCC-4042-B7CF-E32F1822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9F0D28-723C-4313-ABC1-3FCD1F9D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A783D-AF71-4C55-8FF6-CB217E1D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Fuse skip detail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23512-D6F8-4048-A6C5-27FA2D12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87981-14A7-443C-A6AF-85E91BF8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B7700-53FD-4A87-82DF-E94C11C9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Predict pixel mask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2A1130-F739-4DAB-8B0C-95BF682E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02C141-BF13-424F-84FD-ECC449FC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FBAE3-6E20-4F6F-9191-BECA01B1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29787-C779-4832-956B-50E80437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E287F7-2664-45B9-99F1-56831BC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2002623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29A50-0F81-404E-A0EF-521F9F9F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579A4D-A39E-403D-A4E5-A43E825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right task is the least expensive output that supports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0774F-281A-407E-9C77-9365DDE4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More detailed labels are not automatically better when a simpler target answers the real question.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FFF42-DBA9-4683-8AE3-6C85D996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34AEF-DEC4-4215-93C3-DD67FFD9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Detection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035C6-FFE4-42F6-94B0-B45E3F30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Object instances and locations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Boxes are cheaper than masks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Supports counting and localization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E928F-D5DD-49C8-94D2-45FE0CF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8BCF7-E084-4AF2-AEC0-80269B63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Segmentation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C8BEC-6D9E-4EF0-97C1-440461AC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Pixel-level regions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Higher annotation cost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Supports area, shape, and boundary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C271A-8F1B-42AA-9769-06CB97C7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E4E63-6D5B-43BE-93EC-670358C6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1CB9C-C68D-466D-BC4F-1673910E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EE81C8-DCCA-47E7-B814-2F052D86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3423455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BC0A8A-62B1-4345-BBB8-78C154E7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23547-9493-4DF3-B623-999D9E5B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Metric code should state its conventions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A0F0F-C51A-48B6-A55D-3411BEDD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BDC650-D0B8-48CE-807C-0174F0CA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intersection = (pred &amp; target).sum()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union = (pred | target).sum()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iou = intersection / union.clamp_min(1)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num = 2 * intersection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den = (pred.sum() + target.sum()).clamp_min(1)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dice = num / den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BD7A24-3183-43ED-B8CE-43D0C08C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A98BD7-C473-43E0-878C-1B32009C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F1E20-8267-4609-9FC6-4F367C9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76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State mask threshold.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3F702-649F-480A-B81A-AD078AED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B38E5-5175-408C-8AAE-6B874EB8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28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Handle empty masks.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616F0-DE79-4FF7-BAB7-9585513A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C3BB3-D162-4948-96A6-006AF5E1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Report per-class and aggregate scores.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A0BF9-40CA-4B88-9458-D273C919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6F131-76DE-4520-B5B1-2C3D8D09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58CAAC-9554-4020-8342-AF61249E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05AE2-1104-4190-B801-05855D07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164235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83E5A-6232-46F2-BC2F-4F31E81A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448A7-DCDE-4275-8FBF-9860515B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Visual metrics can hide operational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688E8-297E-4E18-B8A2-C6936482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304B5-60D2-47CF-9488-4F514113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3C720-5701-4BDD-86A4-11DA529D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Small objects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F12F1-E913-4C9C-BDF0-70FD389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Downsampling removes evidence before the task head can use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BA6AC-53AB-4778-AEF9-82648892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A4362-8BAC-4EF5-A4D3-B1FDE3EF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D1C10-6F1F-4070-BBAA-3B1FB354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 imbalance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CD6C5-9400-4599-B6D5-E7CC55CD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Background dominates pixel accuracy and hides missed regions.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48606-A40B-4CE8-823E-80D8D9D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6A356-5177-4637-BE60-AB64F18A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1B0CB0-C4DD-4FB2-A454-5367F79D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Duplicate boxes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27912-333A-49D2-AB00-1C6A2FD4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Poor thresholding or suppression yields repeated detections.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F24EFA-ADD9-4952-9369-4A0F524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958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AB1298-563E-4833-BA31-F3095360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D25430-703E-4A0C-9E5D-5EBAC71F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94A2B5-BE0F-4DB4-826D-F19F4214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5383B-47D1-4B71-BEDB-BE22FB7F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031539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A8AAC-3CFA-46FF-998C-A254132C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4CDC9-550B-4CB7-B442-1A35927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the visual target and metric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B5EDC-AF7A-4FC8-B479-C9A9F2A6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3A0DE-9D5D-4409-9908-061EB992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road cracks, marine litter counting, tumor boundary planning, and crop disease screening, choose classification, detection, or segmentation and defend the metric.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87CF5-73D4-4286-8BC2-C2CAC24B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C6AE46-6961-4457-BCA4-3A59C658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3FA5B-2B5D-4EEC-B1A6-0BF1C79D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1C0AA-1763-451E-AEBC-7151A106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the minimum useful label.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D9C6FA-DEAA-4306-A69A-18674E0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61E61-AFF6-4107-89D9-C2F963DD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Identify one costly error.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75812-659A-40C9-9151-32D2C938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BEAAA-EF17-4CF5-A059-73227476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most detailed output wins only when its added information changes the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8A6B0-7443-48D7-BE12-5C485545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933EB-695B-4D89-9B8B-770E9533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E27EE7-1472-460B-B4C3-DE402BE6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EDC94-480E-4900-AA42-2F8AD5C5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8121976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34E7C2-482E-462F-B966-4CF46BF3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334EE-D6EA-4770-938B-12FB9711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82B05-6E38-4B3B-B433-DB640584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108BF-62E0-4E8D-8209-213B3202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FBF05-C39C-40A0-8E80-DBCEA0ED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049D3-CE59-418E-A830-5C5A94DE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Output structure drives annotation, architecture, and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77CD7-4094-436A-AC92-D6D20EB1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ED955-04AF-4895-B969-CF5DB35F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84293-87CD-4089-9A2A-B8F086FA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IoU and Dice expose overlap from different perspectives.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154C3-56C2-4950-9025-D14C98AF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1BFAA-D20F-4098-95C6-BE842292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A6FD7-4FE8-4A44-9FF0-8621F6E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Error analysis should be tied to object size, class, and decision cost.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AC50A-D104-4588-B738-439A83E8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output structure determines the model head, labels, metrics, and error analysis for visual tasks.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C39C3-B952-4E6F-AA68-28E9F933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selective | B2 Ch. 12 | B3 Sec. 14.3-14.11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A50E3-50FB-417F-95DD-CB3B6B1A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FA4A7-E6BB-4BA5-A414-54D55CC3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3D0ECD-FFB4-4A7E-BF04-CC2950C6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1554368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67C1D-2961-4355-93BE-D365C535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430700-E6D0-40CF-9EBE-14AE8F7E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output structure determines the model head, labels, metrics, and error analysis for visual tasks.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07419-2822-42C5-8A8D-5120D335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15FCC-6897-4684-BCC7-DB4C5F5E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73D27-4C06-40B7-BEE4-CA1B2E91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can pixel accuracy be misleading?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203019-5739-46BB-9B8C-6891B966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64A62-FC67-4993-B020-06035A83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When is a one-stage detector preferable?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A290FE-8355-48BE-A9B2-C2EC46B9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43F810-2450-4C4A-BB19-51543627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2610D-9FA0-4B5C-9C7A-B229C9E2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33297-1248-4D8B-B01A-198233E6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46751-0055-4142-ADAF-6F894D5C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9BF6E-CD65-4D0A-AEFC-DF74E5EC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4EB86-726D-4D22-9E8C-B0642AE7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D6A86-CF8E-499A-A369-3A8CA6A1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2982C8-6F75-44F2-B769-F51F7508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7 | Detection and Segmentation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8F26A-2525-4DE6-AC94-8AD6B20B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116491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2026-07-12T22:11:41.2310000Z</dcterms:created>
  <dcterms:modified xsi:type="dcterms:W3CDTF">2026-07-12T22:11:41.2310000Z</dcterms:modified>
</coreProperties>
</file>