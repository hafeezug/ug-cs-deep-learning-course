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4e601059d14f68" /><Relationship Type="http://schemas.openxmlformats.org/officeDocument/2006/relationships/extended-properties" Target="/docProps/app.xml" Id="Rc568444f6c164df8" /><Relationship Type="http://schemas.openxmlformats.org/officeDocument/2006/relationships/officeDocument" Target="/ppt/presentation.xml" Id="Rf0a4683c506b4a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40e79a172147da"/>
  </p:sldMasterIdLst>
  <p:notesMasterIdLst>
    <p:notesMasterId xmlns:r="http://schemas.openxmlformats.org/officeDocument/2006/relationships" r:id="Rc6405887a9bd42d0"/>
  </p:notesMasterIdLst>
  <p:sldIdLst>
    <p:sldId xmlns:r="http://schemas.openxmlformats.org/officeDocument/2006/relationships" id="256" r:id="R8a50bde7792f43f4"/>
    <p:sldId xmlns:r="http://schemas.openxmlformats.org/officeDocument/2006/relationships" id="257" r:id="R33be910d140241a7"/>
    <p:sldId xmlns:r="http://schemas.openxmlformats.org/officeDocument/2006/relationships" id="258" r:id="R2c98ce3591cf4ef1"/>
    <p:sldId xmlns:r="http://schemas.openxmlformats.org/officeDocument/2006/relationships" id="259" r:id="R09932703ce75492b"/>
    <p:sldId xmlns:r="http://schemas.openxmlformats.org/officeDocument/2006/relationships" id="260" r:id="R3a681c29eb85438a"/>
    <p:sldId xmlns:r="http://schemas.openxmlformats.org/officeDocument/2006/relationships" id="261" r:id="Rfd2b70f6a73d436f"/>
    <p:sldId xmlns:r="http://schemas.openxmlformats.org/officeDocument/2006/relationships" id="262" r:id="R0afe7d0b5aae4e2f"/>
    <p:sldId xmlns:r="http://schemas.openxmlformats.org/officeDocument/2006/relationships" id="263" r:id="Rb7425369dd824505"/>
    <p:sldId xmlns:r="http://schemas.openxmlformats.org/officeDocument/2006/relationships" id="264" r:id="R7e7848b000074bb8"/>
    <p:sldId xmlns:r="http://schemas.openxmlformats.org/officeDocument/2006/relationships" id="265" r:id="Rb6a7c6a7f05a4a6f"/>
    <p:sldId xmlns:r="http://schemas.openxmlformats.org/officeDocument/2006/relationships" id="266" r:id="R28fb278bcb364e45"/>
    <p:sldId xmlns:r="http://schemas.openxmlformats.org/officeDocument/2006/relationships" id="267" r:id="R384b62f65fe94c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1ef04bfb964606" /><Relationship Type="http://schemas.openxmlformats.org/officeDocument/2006/relationships/slideMaster" Target="/ppt/slideMasters/slideMaster1.xml" Id="R4440e79a172147da" /><Relationship Type="http://schemas.openxmlformats.org/officeDocument/2006/relationships/notesMaster" Target="/ppt/notesMasters/notesMaster1.xml" Id="Rc6405887a9bd42d0" /><Relationship Type="http://schemas.openxmlformats.org/officeDocument/2006/relationships/presProps" Target="/ppt/presProps.xml" Id="Rde54523a01fe4cda" /><Relationship Type="http://schemas.openxmlformats.org/officeDocument/2006/relationships/tableStyles" Target="/ppt/tableStyles.xml" Id="Raef17de526e94c36" /><Relationship Type="http://schemas.openxmlformats.org/officeDocument/2006/relationships/slide" Target="/ppt/slides/slide1.xml" Id="R8a50bde7792f43f4" /><Relationship Type="http://schemas.openxmlformats.org/officeDocument/2006/relationships/slide" Target="/ppt/slides/slide2.xml" Id="R33be910d140241a7" /><Relationship Type="http://schemas.openxmlformats.org/officeDocument/2006/relationships/slide" Target="/ppt/slides/slide3.xml" Id="R2c98ce3591cf4ef1" /><Relationship Type="http://schemas.openxmlformats.org/officeDocument/2006/relationships/slide" Target="/ppt/slides/slide4.xml" Id="R09932703ce75492b" /><Relationship Type="http://schemas.openxmlformats.org/officeDocument/2006/relationships/slide" Target="/ppt/slides/slide5.xml" Id="R3a681c29eb85438a" /><Relationship Type="http://schemas.openxmlformats.org/officeDocument/2006/relationships/slide" Target="/ppt/slides/slide6.xml" Id="Rfd2b70f6a73d436f" /><Relationship Type="http://schemas.openxmlformats.org/officeDocument/2006/relationships/slide" Target="/ppt/slides/slide7.xml" Id="R0afe7d0b5aae4e2f" /><Relationship Type="http://schemas.openxmlformats.org/officeDocument/2006/relationships/slide" Target="/ppt/slides/slide8.xml" Id="Rb7425369dd824505" /><Relationship Type="http://schemas.openxmlformats.org/officeDocument/2006/relationships/slide" Target="/ppt/slides/slide9.xml" Id="R7e7848b000074bb8" /><Relationship Type="http://schemas.openxmlformats.org/officeDocument/2006/relationships/slide" Target="/ppt/slides/slide10.xml" Id="Rb6a7c6a7f05a4a6f" /><Relationship Type="http://schemas.openxmlformats.org/officeDocument/2006/relationships/slide" Target="/ppt/slides/slide11.xml" Id="R28fb278bcb364e45" /><Relationship Type="http://schemas.openxmlformats.org/officeDocument/2006/relationships/slide" Target="/ppt/slides/slide12.xml" Id="R384b62f65fe94c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754eb0ea734c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dc7c529e61479e" /><Relationship Type="http://schemas.openxmlformats.org/officeDocument/2006/relationships/notesMaster" Target="/ppt/notesMasters/notesMaster1.xml" Id="Ref9a64893862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2d1364d7924fc9" /><Relationship Type="http://schemas.openxmlformats.org/officeDocument/2006/relationships/notesMaster" Target="/ppt/notesMasters/notesMaster1.xml" Id="R368f1380d9ca4a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ce6c92819547a3" /><Relationship Type="http://schemas.openxmlformats.org/officeDocument/2006/relationships/notesMaster" Target="/ppt/notesMasters/notesMaster1.xml" Id="Rd6701adee74145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009ee7769f4ee2" /><Relationship Type="http://schemas.openxmlformats.org/officeDocument/2006/relationships/notesMaster" Target="/ppt/notesMasters/notesMaster1.xml" Id="Rbfa4b6ce0bec4d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6f624ba55645bb" /><Relationship Type="http://schemas.openxmlformats.org/officeDocument/2006/relationships/notesMaster" Target="/ppt/notesMasters/notesMaster1.xml" Id="Rf94afeea77c949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85e338322a4fd2" /><Relationship Type="http://schemas.openxmlformats.org/officeDocument/2006/relationships/notesMaster" Target="/ppt/notesMasters/notesMaster1.xml" Id="R90b750dd1a5b47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f1429606544b31" /><Relationship Type="http://schemas.openxmlformats.org/officeDocument/2006/relationships/notesMaster" Target="/ppt/notesMasters/notesMaster1.xml" Id="R80655395985f47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ea9848ddb9462f" /><Relationship Type="http://schemas.openxmlformats.org/officeDocument/2006/relationships/notesMaster" Target="/ppt/notesMasters/notesMaster1.xml" Id="R8f44f34ebb7e44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67c811e406d4d6c" /><Relationship Type="http://schemas.openxmlformats.org/officeDocument/2006/relationships/notesMaster" Target="/ppt/notesMasters/notesMaster1.xml" Id="Rd0ced53f728542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db16463af44762" /><Relationship Type="http://schemas.openxmlformats.org/officeDocument/2006/relationships/notesMaster" Target="/ppt/notesMasters/notesMaster1.xml" Id="R61392e1d3dcc46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ee100ca00b4b88" /><Relationship Type="http://schemas.openxmlformats.org/officeDocument/2006/relationships/notesMaster" Target="/ppt/notesMasters/notesMaster1.xml" Id="Rb897ed77a3a441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84cfea9367446e" /><Relationship Type="http://schemas.openxmlformats.org/officeDocument/2006/relationships/notesMaster" Target="/ppt/notesMasters/notesMaster1.xml" Id="R08df37c794ab4c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69e80e611843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1d386bf5414df2" /><Relationship Type="http://schemas.openxmlformats.org/officeDocument/2006/relationships/slideLayout" Target="/ppt/slideLayouts/slideLayout1.xml" Id="R14753b4bf29b49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753b4bf29b49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7f3b40cbc4688" /><Relationship Type="http://schemas.openxmlformats.org/officeDocument/2006/relationships/notesSlide" Target="/ppt/notesSlides/notesSlide1.xml" Id="Rba9f7535ad7f40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55ef0209d4e82" /><Relationship Type="http://schemas.openxmlformats.org/officeDocument/2006/relationships/notesSlide" Target="/ppt/notesSlides/notesSlide2.xml" Id="R1acd5aa2e2904e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e656e72fa4c10" /><Relationship Type="http://schemas.openxmlformats.org/officeDocument/2006/relationships/notesSlide" Target="/ppt/notesSlides/notesSlide3.xml" Id="R2b8e334e8e8143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f6318bd9b4420" /><Relationship Type="http://schemas.openxmlformats.org/officeDocument/2006/relationships/notesSlide" Target="/ppt/notesSlides/notesSlide4.xml" Id="Rdd00310d4e0d44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33978dfc646d8" /><Relationship Type="http://schemas.openxmlformats.org/officeDocument/2006/relationships/notesSlide" Target="/ppt/notesSlides/notesSlide5.xml" Id="Re7d35146458344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7200843c14745" /><Relationship Type="http://schemas.openxmlformats.org/officeDocument/2006/relationships/notesSlide" Target="/ppt/notesSlides/notesSlide6.xml" Id="Rb7b1e5bfba9448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b26993fab4f80" /><Relationship Type="http://schemas.openxmlformats.org/officeDocument/2006/relationships/notesSlide" Target="/ppt/notesSlides/notesSlide7.xml" Id="Rdcebf7e5891048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3f564efcdc4ac6" /><Relationship Type="http://schemas.openxmlformats.org/officeDocument/2006/relationships/notesSlide" Target="/ppt/notesSlides/notesSlide8.xml" Id="R2328b0dfb5c044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5944e99084e23" /><Relationship Type="http://schemas.openxmlformats.org/officeDocument/2006/relationships/notesSlide" Target="/ppt/notesSlides/notesSlide9.xml" Id="R2d4a76c4fb5d4f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fc24c374e4228" /><Relationship Type="http://schemas.openxmlformats.org/officeDocument/2006/relationships/notesSlide" Target="/ppt/notesSlides/notesSlide10.xml" Id="R3f0a06ce4bc24d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46d78952c4fc3" /><Relationship Type="http://schemas.openxmlformats.org/officeDocument/2006/relationships/notesSlide" Target="/ppt/notesSlides/notesSlide11.xml" Id="Ra8ce347e984c460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e095db92d4678" /><Relationship Type="http://schemas.openxmlformats.org/officeDocument/2006/relationships/notesSlide" Target="/ppt/notesSlides/notesSlide12.xml" Id="R3d9174b597b248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92F365-A230-48A8-8859-EF911FEC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5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27798-AC18-4CE7-9E62-2B96A68B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CNN Foundations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B9998-D8F4-46D1-A064-A05CAAF2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Convolution exploits locality and weight sharing to learn spatial features efficiently.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35980-E9A6-4F72-9CC2-49B63D4B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857A5-FA8D-4D9A-99C3-2DEBA219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197643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ECCCE-FD4E-4ED9-B874-9F6DB837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0AAB2-4D0D-44B0-B2DC-8248C67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26218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B824B1-DB77-434E-9F38-9FE222E0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DD1524-D0C3-4DE6-82AF-4D67F266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54793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27864-52F9-4365-A4A2-5C446A4A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21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C6C62C-B1A5-48C4-AF46-B2F59676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283368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B9337-FF37-459A-A8FA-64CC570C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96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56E6F-6AD8-4B3D-B650-572B1FB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11943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210B4-822D-43DA-A24A-8971D940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771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35F6F-60A0-40F1-BD8C-035E70A1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405188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B7337-F6B6-4D1D-AC1B-7FA66C9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1976438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30983-F560-4939-A916-CB3CD029B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0463" y="2262188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A"/>
          </a:solidFill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F04EC9-B4BD-4F53-8EEA-50A7CDA3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4913" y="2690813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7713B2-3ADA-4E2C-851A-32F96092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309813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593D1A-238C-4748-A6D6-23AFFEA3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309813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4EFD60-6F04-4757-9EAD-A0C4459A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595563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453FF2-C0BF-4858-9CAA-6C230C6B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963" y="2309813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6D3D60-1F22-49E4-9696-B7B70F83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881313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061B50-8EAD-4598-9DCE-9B336FC9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2713" y="2309813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AA6430-AB5F-44B8-866C-44972778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3167063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EDDD7B-FC91-4B70-A545-92DBC673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2309813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F8EBCA-8C61-4BE2-A1E7-064FF087B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3548063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shared kernel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705B99-DD78-4C95-AA1D-93749D31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3588" y="3548063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feature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6DAAE-2205-4124-BDE7-BCC69720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04CA1B-D076-4CDB-B2F1-235A2622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BC3824-EE5F-4D8F-BD72-887C151D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AC1426-A038-4D4B-813E-91154B0D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BE599A-4762-4D5D-9521-F9AD5016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2188917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F3B36-A0FF-4292-9668-847234B8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D9D46-F6D4-4CB8-AC94-F6BF3D3B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AF748-9E5D-4120-80DC-C9F1F45A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FCF1D5-E9AE-4586-A76C-CADA2B29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Compute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74EE4-B07A-44B7-B498-AA0C1182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convolution and pooling output shapes.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0C5DA-65D9-40B1-9A16-6DB5062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B3DB1-8AEB-441A-A5C7-F27BB4C1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BB8F3-E2A6-42A2-9A54-F7C5B6B6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AAA13C-F26C-43E4-B574-EF19E2A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 channels, feature maps, weight sharing, and receptive fields.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EB50D-0A63-4018-8FEC-1CACA2A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70139F-EC34-4F53-B254-15A8D3BB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898EE-E8C7-4CF3-BC9F-10FC0F2C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1DEC2-BA4E-4FC6-B411-E9F9E8B7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Compare early CNN design patterns and visualize learned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D599A-189F-4520-A755-A71E0279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B2641-E246-42FC-A6E9-BBBDE92C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E22E5-566C-416C-BA4C-40750CC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16FD01-5DB0-4A80-B80D-883C4531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shared kernel asks the same local question everywhere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EA7B4-14C5-4A2B-9D00-6AC08D5B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C991BA-1B99-491A-B6E3-0C212722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connectivity controls parameters without discarding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E46792-9267-459A-A3CF-2F85C352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EB59F9-D19D-4859-B2F4-4FB9464A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shape calculation prevents an architecture from failing later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11EA74-8654-4237-9265-EE641AF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B69A5-1B81-4F9A-AAD8-156F4E20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Receptive fields grow as local operations are stacked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36D5F1-AEBC-41C5-B97C-14CE2389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D8BD75-594A-4339-B2CE-D92CA493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Classic CNNs differ mainly in depth, scale, and block design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F40D3-6251-46EC-AC86-A89BEDD6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106732-A350-4B0C-88CB-6965DEA0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 a CNN under a fixed parameter budget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D638F-B4FD-4C57-8714-51DA0B3D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426994-EBA3-4437-95A2-82DC52DB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970C2-9058-4CA5-AC4A-7C3AC4DB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C6D866-D737-4354-A550-DEA7933F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1417653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2E9F8-3A05-4252-9C0D-1EBE5CD8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093F2-C378-4316-96DD-E92B61F3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shared kernel asks the same local question everywhere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D89F2-AFB7-45F0-B0D8-267AA52A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1B241-B4C6-40AC-8288-7CC69495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3691A-B8C1-4585-9AD9-34F1B89E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EB2628-4225-45CA-B748-37386718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67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0CEA8-E7DF-4138-8704-799FC5B2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0F23D-7B85-42CB-B0BD-7335819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52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B18546-62B3-4BFB-8660-887A247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14DE6-0274-4704-B51F-E4CE58E1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385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7DF45-DF10-4632-8EFE-DE9B34E8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BCBBE-B4B1-40C9-B33A-FBC22161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24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4AFAE-55E0-4F78-88A7-1EEFA27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06B9D-4421-44FD-BBEE-F3994DA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A0955-54D7-479F-90C6-DA72F170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381250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A3D086-BBFA-4A72-AAD9-1F7AABA1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667000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A"/>
          </a:solidFill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24EA1-7E85-41B0-9B1A-DAFC0D7C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956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5F93D0-CE9A-4AA3-AB66-07B583B0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1A1452-739C-4E80-988D-67AC7083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B205D1-4E85-4B86-86DF-A10421B9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003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187692-9B61-4863-9C53-A92417FA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146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898FA7-D8F8-4C45-AC39-2FAED49E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1BCDE-EA0C-43C6-B347-8E4A0601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146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8670C-E2D1-462B-8E09-95A283E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57187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967E07-3AF5-4AC6-857B-34FBF884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14625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82118-478D-44C9-B80B-45E1D29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shared kernel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8DD72-184C-4D89-8006-2EA2DF87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feature map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BDA62-5CF5-44D4-96FB-6CA1BEC1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Translation equivariance emerges because the same weights scan every location.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26ECB8-0DED-4B9E-9909-AD01830C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628EE-CBD7-47A9-8A5B-EA1D344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4DDD3E-9A47-45E9-B6A4-094A8124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F36007-608C-4BC3-BDB1-766DEFC1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BAC3BB-D280-4BED-9B36-97DAFBFA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3879905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0DA3FF-37BC-48D7-95B9-2BFFA0BB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523C7-2827-434F-BBFF-01336B93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Local connectivity controls parameters without discarding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6F207D-CBB1-4A26-B686-734B25D3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Kernel size defines the local neighborhood; channels carry feature types.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Padding preserves borders; stride controls sampling density.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Output width is floor((W+2P-K)/S)+1.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1E2BC-E50E-486E-97E1-CC85498E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2EE38-6867-434C-9ED6-DCCEC889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24098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F0F0F-CEAF-489E-9369-0170DED8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AF01E-8C2B-47AE-89E0-8E2BDB3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26955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004C-5F4D-4ACD-B16F-FE284E84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4479-23A8-446C-94D8-AFD79019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29813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8BF15B-2357-4E7E-B686-F3EAA7AD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08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BE442-0A84-46BE-8CE6-EA1DBAA8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2670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DEAB7-F6BC-4083-91B7-ABCC50A8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83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B7F013-7415-42B3-96DF-5D9D0AD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55282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248BE-F0F9-402D-8B25-8B5E050D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958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5D64D-6566-47BF-AD4F-99BD729A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588" y="38385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49B7A-FB55-49CC-AE65-22081E7D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5338" y="2409825"/>
            <a:ext cx="0" cy="1428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639591-73D7-4A8F-BAF8-1862A05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338" y="2695575"/>
            <a:ext cx="857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2FA"/>
          </a:solidFill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657FE-7C9D-47C3-8E4A-F3B89652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788" y="3124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6EBB7-5BD9-4122-BC8F-CA869820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27432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34CBE-B716-433B-A7BC-D51C8B97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27432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48721-C5B2-41A1-B16D-67C0F99F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0289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150D5A-C796-4CEF-9F57-A776F1D5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8838" y="27432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64253-8A7A-4B32-9E69-B47C98BF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31470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F75407-D45B-46D2-9A04-4B3EFDDC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4588" y="27432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8F67D-81E9-403A-98F2-1DED1D98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3088" y="36004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D6B134-AAA7-4417-A006-EF8FFD51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27432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6B8076-73AA-40D3-BA38-3877E861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713" y="39814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shared kernel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A04BE-0DD4-4A0D-82A2-AC05FFD0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5463" y="39814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feature 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B69B3-73B6-4E06-8690-88050B06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148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Convolution exploits locality and weight sharing to learn spatial features efficiently.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21D74-E2B7-4327-A9BD-415B7B9A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872456-05F2-4019-876A-97F00F72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20A129-1523-4832-8DAB-A10978D2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919A1B-C0CF-4BFB-A207-119A0548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886021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8FAF4A-5DA1-450D-9698-BA771CD4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7B128D-B321-4A98-B4EF-162EC5D7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shape calculation prevents an architecture from failing later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93DC9-9159-4715-A7B3-B69DF887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0D19F-3E03-4D23-B548-98C9A8BE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 32 x 32 image uses a 5 x 5 kernel, padding 2, stride 2, and 16 output channels.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F4918-F819-4C66-BE8F-058BE6A7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7A2CC-AA02-485E-92AF-5D543D9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Spatial output is floor((32+4-5)/2)+1 = 16.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01EDFB-7FAB-4970-8784-05F04643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0DD63-A800-44CD-AC50-9FEC1356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output tensor is batch x 16 x 16 x 16.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562C9-233E-43A5-8EC0-91810427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774980-B9A0-4C40-A7E2-9F175F64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Parameters are 16 x (input_channels x 5 x 5 + 1).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517DC-C382-4D12-AC9C-58421EFF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71CF0-D824-49A5-B1E2-DF0655E1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7927D-9534-46F2-9767-F15EFCD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Shape and parameter calculations should be written before the model code.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A33C6-6E5A-45BF-A5AA-E163F77D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3793C-DDCF-4BFC-BD3B-ACA16A56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12E49-6D10-491C-83F9-271F5E47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B3BB3-A893-4B15-8A91-939D7F2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3109296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7FD83-C6A8-4627-8072-4FDB564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693A4-1F40-4442-BC66-F5B487CE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Receptive fields grow as local operations are stacked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66EA6-77CC-4538-AF4F-ACB7DCD6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Deeper units combine increasingly broad spatial evidence.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Pooling and stride accelerate receptive-field growth while reducing resolution.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Feature-map visualization reveals what information survives.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CE1E6-E646-4223-B004-4C542270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055CA-D20D-4B68-999A-3169B380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9779F-F744-4607-99CE-D78707CE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0CDA4-D927-4626-B62E-BB75D6C8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1 layer: 5 x 5 field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0BA4E-7CBA-4A02-9DCC-3C8DDED3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CC5CB-19F6-48A2-97E0-19EB0CA9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15554-2900-439F-8D29-27C1123E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2 layers: 9 x 9 field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B16D7-134F-451F-9669-91457987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CF6BE-D75E-4988-9DF0-4A1474ED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8ED30-2743-455F-A7CD-AB9093B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3 layers: 13 x 13 field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C4227-4345-48EF-A927-6B01D17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4E0B52-EC1D-4C9C-9252-5C29E57E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7249FD-4F79-49D8-9CCB-C73AEAE70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16BC9-3D58-4F04-996F-0ECD8542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1358FB-913C-4CD3-A998-A247113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560682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6873CC-8987-42DB-B9F9-E057CCB7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44A18E-408C-41A0-9A6C-C710DE1E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Classic CNNs differ mainly in depth, scale, and block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DD978-F8BD-4920-87B9-883EB08E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LeNet established the pattern, AlexNet scaled it, and VGG made repeated small kernels systematic.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D074E-4D9D-4303-9435-8B963BD6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EB808-8037-49A5-918A-1685083A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LeNet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5E8C3-E9BC-48A1-8052-5B7CBF44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Small stacked convolutions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Pooling reduces resolution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Established the CNN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F238B-119D-46A9-BDB1-8D19C5A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C8FCFA-5C3E-4D9D-B1D5-8C3E2298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AlexNet → VGG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462029-9371-43E7-BCF6-A6F35C00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Scaled depth, data, and compute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ReLU and repeated 3 x 3 blocks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Made feature hierarchies systematic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5FAEE-9CD7-4EA2-89A0-151E4F6E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AF116-E07A-4CEE-B3D6-21173F6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BF142-A6F3-4308-8317-72F7419C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ADE77-2716-435B-AB9D-648F8F4F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3521884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8D1D13-D5E6-46B5-B9F9-8380461F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0E998-91B7-47DD-96CF-D0CFC172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Print shapes at block boundaries before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8A3C35-B808-4D34-9310-89CA41E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0B457-016D-4DA9-8BBE-4AF33599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x = conv(x)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print(x.shape)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x = torch.relu(x)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x = pool(x)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assert x.ndim ==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D5F14-C951-4CEB-BD50-EA633ACE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34433-6DEA-4F3E-A7D4-8D2CC90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EC18A-62CA-4918-8627-D40A13B0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Track NCHW order.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DB718-EE38-44A5-BE9A-757346D9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3899C-31A6-43D1-BA34-BA59634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Verify padding and stride.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B62C1-C995-4CA6-87AE-C7FFAEF9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CC174A-EA07-4B93-93E1-B8750722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Inspect feature maps, not only accuracy.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B6215-4005-46D1-8AF6-21DAC521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D4F50-CE36-4467-BB2A-547AD8C2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58C61-1B39-4312-871B-E3290B0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9E242-A6B8-4A5D-816C-702F978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1596094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718C4-9696-4721-9BB7-4B43781A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92A17-0AFE-471D-B6C2-D17B10E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CNN bugs often hide in geometry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F6AC6-2397-4585-AF4B-8FC8140B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5F7EC-2976-4FA5-B752-0F9BB0B7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A3DF1-F6BE-4F91-BF7F-82DA431E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Collapsed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2440A-4DE8-4027-91D3-55ADEB9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Stride or pooling removes resolution too quickly.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CC393-7D69-417B-975D-98827BD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35BD8F-0BCC-4756-84CF-4D18F5A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E52B5-E03A-4C97-9C37-1F03E6C3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Border 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C7721-1AE8-46CF-B6EE-D4190F6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Missing padding discards edge evidence at every layer.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EE627-F754-4DDC-9C30-807681E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382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0C55FF-8075-4C28-912F-BEC00DDD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81535F-04A7-472E-9275-1F5C2C1D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Shortcut texture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5D68E-A142-4A7F-8933-2C956B74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network learns background or acquisition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45D6ED-3452-48DC-BABB-74A86AB8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958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111F3F-2AD5-4384-877D-69232EDA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F3DA4-AE66-46F8-9BDD-751D128D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68075-030E-47BD-9B86-5755228B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D596D-B19A-49CD-B7D1-E94493C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274196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55FEEC-0D53-48A1-BA72-8F0BF267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5D4E7-D0E1-4726-AA14-17095149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Design a CNN under a fixed parameter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57BCFF-C4AB-44A5-82F6-FD290608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27685-0B78-42BA-9762-5C02DB79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Create a three-block CNN for 32 x 32 images. Record every output shape, receptive-field change, and parameter count.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3CAFFB-F165-4731-AD16-8A8F7EB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7A40A-3725-4F74-BAD5-D0624A5D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kernels and channels.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E63CB-491B-4726-94C1-2BAC3768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3ED51-26F1-4D98-A246-ABC1BBB5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Compute shapes before coding.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23390-9383-4FCF-B7A0-35DF2565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1852BF-2C07-47B7-A9CF-7B51D3A4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Defend where resolution is reduced.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AD1D59-C17C-41D0-A47C-D3594DAD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420F1-469A-4D0D-B242-7986E45A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design must preserve enough spatial evidence for the target.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AE6B3-12BC-4529-8EDB-470104E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37F5DD-1EBD-4E95-9320-55FE9C9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3B4178-813A-40CC-9118-FD6F5575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18EF8D-EDCC-4A95-9E83-EBC9F9E63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8181960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632951-E1F0-464A-9CBD-54FE17A4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EE536-BF4F-4F53-A2BB-BB39203E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B0B02-E53A-4E69-9065-42A5266C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317CC-F050-46F2-B45F-A5422E76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13BA7-0C80-4BB3-8BF7-26CDBE62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B39CB6-05F8-45F8-827C-D4F0AF7E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Weight sharing encodes locality efficiently.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7FA3A-E364-48AC-B59F-FD24C83F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F8644-004C-45F2-82AD-29D81084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A00EC-B039-4EB3-BFB8-BACA30D2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 geometry should be computed before implementation.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0613E-6B57-4180-AEF9-359D0C5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F39ED-13A4-415D-AB0D-BFC74405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679D63-9DAA-4F22-9154-98800E32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Receptive fields connect local operations to global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647B8-29D2-4F3D-8AA9-A001F68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Convolution exploits locality and weight sharing to learn spatial features efficiently.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41C56-9F84-42B6-A860-BB44B53F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10 | B2 Ch. 9 | B3 Ch. 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B98731-DE50-4F96-966C-2213DF7D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71AD8-B950-4F6F-8E2D-7E823621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AE5BA-487E-461D-96EE-DF07A8E6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7681504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B2CABF-189C-4A69-82B5-B990940C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93528-44A6-451C-92AE-350A62D9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Convolution exploits locality and weight sharing to learn spatial features efficiently.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9225A5-D2EB-4A2C-AFA1-96DF7CF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C84E1-EE09-44A0-80F1-BF2186C1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DCE5C-4E3F-43DF-8F12-ACF5830B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How does padding affect border information?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F65F3-2A05-4127-8744-B3C0F1CC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23E84-6DC3-40AE-B6A2-9867B3B1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can a CNN use fewer parameters than an MLP on images?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97F83-0C8C-48FF-A8E3-942F255A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2C43E-D6B3-4D04-B571-B38334BE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1B994-78F4-4AE1-9BEC-5DCC3CE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C882D-4943-4D1B-AFD6-6162A64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4813E-4B1B-4412-A2E4-AF5C4D24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Goodfellow, Bengio &amp; Courville, Deep Learning (MIT Press, 2016)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A5E43-F7C0-4C13-BABF-1FA93098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F39FA-4630-4589-BA74-9F5FFDC2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Zhang et al., Dive into Deep Learning (Cambridge University Press, 2024)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CE0B95-D372-43AF-A750-89B9F71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10DCB7-CD52-4EB1-B180-6DD7F964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5 | CNN Foundations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68AAC-B824-4D08-A82A-C9D91574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11899825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2026-07-12T22:11:25.7980000Z</dcterms:created>
  <dcterms:modified xsi:type="dcterms:W3CDTF">2026-07-12T22:11:25.7980000Z</dcterms:modified>
</coreProperties>
</file>