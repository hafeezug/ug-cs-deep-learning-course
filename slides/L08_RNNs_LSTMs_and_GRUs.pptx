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36b05a58c34883" /><Relationship Type="http://schemas.openxmlformats.org/officeDocument/2006/relationships/extended-properties" Target="/docProps/app.xml" Id="R5db8424ed86f44d9" /><Relationship Type="http://schemas.openxmlformats.org/officeDocument/2006/relationships/officeDocument" Target="/ppt/presentation.xml" Id="R391216dc3f2346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d1df832bb34b9d"/>
  </p:sldMasterIdLst>
  <p:notesMasterIdLst>
    <p:notesMasterId xmlns:r="http://schemas.openxmlformats.org/officeDocument/2006/relationships" r:id="R046e61a120f44307"/>
  </p:notesMasterIdLst>
  <p:sldIdLst>
    <p:sldId xmlns:r="http://schemas.openxmlformats.org/officeDocument/2006/relationships" id="256" r:id="Rb774d901d3ab41c9"/>
    <p:sldId xmlns:r="http://schemas.openxmlformats.org/officeDocument/2006/relationships" id="257" r:id="Rb1bf08ddfc934194"/>
    <p:sldId xmlns:r="http://schemas.openxmlformats.org/officeDocument/2006/relationships" id="258" r:id="Rde35e68e4c514a3c"/>
    <p:sldId xmlns:r="http://schemas.openxmlformats.org/officeDocument/2006/relationships" id="259" r:id="R6e33a09f44b148a1"/>
    <p:sldId xmlns:r="http://schemas.openxmlformats.org/officeDocument/2006/relationships" id="260" r:id="R8474a5d935ee4e17"/>
    <p:sldId xmlns:r="http://schemas.openxmlformats.org/officeDocument/2006/relationships" id="261" r:id="Rcec4ad41fc1a41a4"/>
    <p:sldId xmlns:r="http://schemas.openxmlformats.org/officeDocument/2006/relationships" id="262" r:id="Rec22d875a6fd430f"/>
    <p:sldId xmlns:r="http://schemas.openxmlformats.org/officeDocument/2006/relationships" id="263" r:id="R6c1426110ef148cb"/>
    <p:sldId xmlns:r="http://schemas.openxmlformats.org/officeDocument/2006/relationships" id="264" r:id="Rcd8ae31027ab49f4"/>
    <p:sldId xmlns:r="http://schemas.openxmlformats.org/officeDocument/2006/relationships" id="265" r:id="R0096cea741414cfd"/>
    <p:sldId xmlns:r="http://schemas.openxmlformats.org/officeDocument/2006/relationships" id="266" r:id="Re23d76c6847d4fe0"/>
    <p:sldId xmlns:r="http://schemas.openxmlformats.org/officeDocument/2006/relationships" id="267" r:id="R53770e27e35341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5bf1671d940bd" /><Relationship Type="http://schemas.openxmlformats.org/officeDocument/2006/relationships/slideMaster" Target="/ppt/slideMasters/slideMaster1.xml" Id="Rb7d1df832bb34b9d" /><Relationship Type="http://schemas.openxmlformats.org/officeDocument/2006/relationships/notesMaster" Target="/ppt/notesMasters/notesMaster1.xml" Id="R046e61a120f44307" /><Relationship Type="http://schemas.openxmlformats.org/officeDocument/2006/relationships/presProps" Target="/ppt/presProps.xml" Id="R8b8d6be650844da4" /><Relationship Type="http://schemas.openxmlformats.org/officeDocument/2006/relationships/tableStyles" Target="/ppt/tableStyles.xml" Id="Re7d2aa09c54c4859" /><Relationship Type="http://schemas.openxmlformats.org/officeDocument/2006/relationships/slide" Target="/ppt/slides/slide1.xml" Id="Rb774d901d3ab41c9" /><Relationship Type="http://schemas.openxmlformats.org/officeDocument/2006/relationships/slide" Target="/ppt/slides/slide2.xml" Id="Rb1bf08ddfc934194" /><Relationship Type="http://schemas.openxmlformats.org/officeDocument/2006/relationships/slide" Target="/ppt/slides/slide3.xml" Id="Rde35e68e4c514a3c" /><Relationship Type="http://schemas.openxmlformats.org/officeDocument/2006/relationships/slide" Target="/ppt/slides/slide4.xml" Id="R6e33a09f44b148a1" /><Relationship Type="http://schemas.openxmlformats.org/officeDocument/2006/relationships/slide" Target="/ppt/slides/slide5.xml" Id="R8474a5d935ee4e17" /><Relationship Type="http://schemas.openxmlformats.org/officeDocument/2006/relationships/slide" Target="/ppt/slides/slide6.xml" Id="Rcec4ad41fc1a41a4" /><Relationship Type="http://schemas.openxmlformats.org/officeDocument/2006/relationships/slide" Target="/ppt/slides/slide7.xml" Id="Rec22d875a6fd430f" /><Relationship Type="http://schemas.openxmlformats.org/officeDocument/2006/relationships/slide" Target="/ppt/slides/slide8.xml" Id="R6c1426110ef148cb" /><Relationship Type="http://schemas.openxmlformats.org/officeDocument/2006/relationships/slide" Target="/ppt/slides/slide9.xml" Id="Rcd8ae31027ab49f4" /><Relationship Type="http://schemas.openxmlformats.org/officeDocument/2006/relationships/slide" Target="/ppt/slides/slide10.xml" Id="R0096cea741414cfd" /><Relationship Type="http://schemas.openxmlformats.org/officeDocument/2006/relationships/slide" Target="/ppt/slides/slide11.xml" Id="Re23d76c6847d4fe0" /><Relationship Type="http://schemas.openxmlformats.org/officeDocument/2006/relationships/slide" Target="/ppt/slides/slide12.xml" Id="R53770e27e353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2f2ccb309443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225105eb1489f" /><Relationship Type="http://schemas.openxmlformats.org/officeDocument/2006/relationships/notesMaster" Target="/ppt/notesMasters/notesMaster1.xml" Id="Rccf23feb40a14f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76cff6ff504d98" /><Relationship Type="http://schemas.openxmlformats.org/officeDocument/2006/relationships/notesMaster" Target="/ppt/notesMasters/notesMaster1.xml" Id="R7e5af3fe506c48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0aaddb839043b9" /><Relationship Type="http://schemas.openxmlformats.org/officeDocument/2006/relationships/notesMaster" Target="/ppt/notesMasters/notesMaster1.xml" Id="Rc3ab36c129b74d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a1e74c693c4641" /><Relationship Type="http://schemas.openxmlformats.org/officeDocument/2006/relationships/notesMaster" Target="/ppt/notesMasters/notesMaster1.xml" Id="Rb0873d99731548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c9c46a769f4211" /><Relationship Type="http://schemas.openxmlformats.org/officeDocument/2006/relationships/notesMaster" Target="/ppt/notesMasters/notesMaster1.xml" Id="Rb003aa485ace46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a485945bd347af" /><Relationship Type="http://schemas.openxmlformats.org/officeDocument/2006/relationships/notesMaster" Target="/ppt/notesMasters/notesMaster1.xml" Id="Rdb0f0f30f529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0c17331c0b4a76" /><Relationship Type="http://schemas.openxmlformats.org/officeDocument/2006/relationships/notesMaster" Target="/ppt/notesMasters/notesMaster1.xml" Id="R85f4fc46474c44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d097c492174b30" /><Relationship Type="http://schemas.openxmlformats.org/officeDocument/2006/relationships/notesMaster" Target="/ppt/notesMasters/notesMaster1.xml" Id="R1511021b0ee047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21afd72e374209" /><Relationship Type="http://schemas.openxmlformats.org/officeDocument/2006/relationships/notesMaster" Target="/ppt/notesMasters/notesMaster1.xml" Id="R334d5bb0e6c741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b413ac25f74ef7" /><Relationship Type="http://schemas.openxmlformats.org/officeDocument/2006/relationships/notesMaster" Target="/ppt/notesMasters/notesMaster1.xml" Id="R5dc6898f22194f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713a3aa3684e1d" /><Relationship Type="http://schemas.openxmlformats.org/officeDocument/2006/relationships/notesMaster" Target="/ppt/notesMasters/notesMaster1.xml" Id="Rb7c92a35bc5244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ece4abb86043ef" /><Relationship Type="http://schemas.openxmlformats.org/officeDocument/2006/relationships/notesMaster" Target="/ppt/notesMasters/notesMaster1.xml" Id="Rd99836d33201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6cc3a6ab64b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021386f6bf4179" /><Relationship Type="http://schemas.openxmlformats.org/officeDocument/2006/relationships/slideLayout" Target="/ppt/slideLayouts/slideLayout1.xml" Id="Rac2f3d04341a4c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2f3d04341a4c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64765230d4243" /><Relationship Type="http://schemas.openxmlformats.org/officeDocument/2006/relationships/notesSlide" Target="/ppt/notesSlides/notesSlide1.xml" Id="R03c8700c700548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0ff0b8c3c439a" /><Relationship Type="http://schemas.openxmlformats.org/officeDocument/2006/relationships/notesSlide" Target="/ppt/notesSlides/notesSlide2.xml" Id="R0110c33eafbc46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27e12c9bd413d" /><Relationship Type="http://schemas.openxmlformats.org/officeDocument/2006/relationships/notesSlide" Target="/ppt/notesSlides/notesSlide3.xml" Id="Rfb43406502e146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1a72fc46347ce" /><Relationship Type="http://schemas.openxmlformats.org/officeDocument/2006/relationships/notesSlide" Target="/ppt/notesSlides/notesSlide4.xml" Id="R0c9e220ba6734c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80874d27f48bf" /><Relationship Type="http://schemas.openxmlformats.org/officeDocument/2006/relationships/notesSlide" Target="/ppt/notesSlides/notesSlide5.xml" Id="R5bd93d9dc7404a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803e89fec49f4" /><Relationship Type="http://schemas.openxmlformats.org/officeDocument/2006/relationships/notesSlide" Target="/ppt/notesSlides/notesSlide6.xml" Id="R416c580e7ee441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da2a6cd4b4b33" /><Relationship Type="http://schemas.openxmlformats.org/officeDocument/2006/relationships/notesSlide" Target="/ppt/notesSlides/notesSlide7.xml" Id="R6a85413bdf8540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f16340ab84987" /><Relationship Type="http://schemas.openxmlformats.org/officeDocument/2006/relationships/notesSlide" Target="/ppt/notesSlides/notesSlide8.xml" Id="R0cfd14c141694c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8fda3d0aa4d10" /><Relationship Type="http://schemas.openxmlformats.org/officeDocument/2006/relationships/notesSlide" Target="/ppt/notesSlides/notesSlide9.xml" Id="R645ed34294044a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28557664b40a6" /><Relationship Type="http://schemas.openxmlformats.org/officeDocument/2006/relationships/notesSlide" Target="/ppt/notesSlides/notesSlide10.xml" Id="R08fcae0e85014a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1a62059ef4a6f" /><Relationship Type="http://schemas.openxmlformats.org/officeDocument/2006/relationships/notesSlide" Target="/ppt/notesSlides/notesSlide11.xml" Id="R48a52c671ad848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4ca1d44c041ea" /><Relationship Type="http://schemas.openxmlformats.org/officeDocument/2006/relationships/notesSlide" Target="/ppt/notesSlides/notesSlide12.xml" Id="Re616260eb6fa43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3231F-E107-4F11-AA17-99DE85EF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8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25662-1D01-459F-B75E-00B1499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RNNs, LSTMs, and GRUs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7C19F-DDA3-4D07-912A-B437F644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Recurrent state compresses a sequence history, while gates protect useful information across long intervals.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9377D-C2C5-4C2F-9800-2134ADF3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2C8F0-BE91-43E2-931D-16BA534E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63" y="289941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283D2-C81D-42AA-97DB-978A5AED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113" y="255651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92138-9471-4146-8893-A13E9D8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113" y="206121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1055E-EE17-4C5E-8714-975CDA83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5238" y="238506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F926D-299D-4830-8A11-C44DC427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89941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322B4-BD2D-4442-BFD9-6E05A20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963" y="255651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A3DB7-BED6-4552-9FA0-82058125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963" y="206121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D38C6-82C2-4643-A001-5110C577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38506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C71C4-D1E5-44B8-938D-281B2436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255651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37275-6695-49DC-8846-24C8A54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9813" y="206121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018A3-F3F5-4C44-85C0-A1358DCD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238506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B0D26-3665-4557-B392-4A1FF3A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4711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shared transition parameters across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1758DE-AB2B-4DD7-9962-105F302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768E7-E501-4833-8D2D-31925541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BE93A-ED5D-457D-96F4-5537C5A5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BF383-0C7D-4908-BFB4-30CDE7B0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F9AAD-A171-4575-84A2-4244F151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500104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EDB186-5C69-4EED-A922-CF82EB8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B06DE-6BD8-4BA0-876E-5739552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19D2F-C09A-4FB2-B8E8-BADE7FBF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ACF58-8E8B-4A4F-9BCE-CF1692D1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Unroll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1194BA-72AF-472C-8ED7-0C206082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Unroll an RNN and relate it to backpropagation through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8C7B9-0D2B-410C-B372-5C5C28C7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0D669-8A80-4EBA-B2B8-874EA151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A768F-B108-45C9-B087-F56053F8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890548-DC32-406D-998A-AA8D1CF9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vanishing and exploding sequence gradients.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FF5F0-D255-41C2-B017-27983501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53891-2882-4395-9CEF-77E70110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B0B57-8C62-4D0A-956C-AEA9EDAE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CFE5A-403F-4C7D-9DC5-338066CC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vanilla RNN, LSTM, and GRU behavior and evaluation.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930FB-DDF5-435E-80DA-52404EB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465F6-F579-4FE4-B58F-86E5A579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B4380-12A7-469C-8055-CE4AA07D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50D18D-6AAC-4FA2-8BC5-CD15BCE0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same transition is reused at every time step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EDCB23-C7A5-4C27-A062-BEA81F95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1BEC21-C951-49AE-B89E-3BF17028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Backpropagation through time multiplies both evidence and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D1224-FD4B-4D55-97C3-6AB8C129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5E941-2926-41D4-A636-D4F5AE5F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scalar recurrence shows why old information fades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10DAD-EE4B-45C8-85B3-E6655E93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D4540D-65BE-472C-8F3D-582196EB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LSTM and GRU gates learn what to write, keep, and reveal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C5E10B-1E07-4A29-8737-E7E1F830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C5F40-D6E3-4252-8F92-978179F2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Sequence baselines reveal whether recurrence earns its cost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61AA82-8F85-415B-B0D5-BCF8A8E2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A7358-05DF-406F-81ED-2CFBE08C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Decide what the state must remember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418D1-6A3F-455D-98D4-E10FF54F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39EDDA-DD91-49A4-9773-1FEF3AD8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E5E966-C4A9-496A-840D-47D3CC2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20F12-AE2E-45EA-94AA-BC043DB6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6480798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A6F5ED-BDBA-4753-B62F-319ED1D2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D813E-C413-43D9-A317-7AC0882D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same transition is reused at every time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F4D5A-0A04-4FE8-A953-B7D6AC3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17596-23CA-4AAC-9B43-5A6EF6A8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295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1BFEB1-BCEE-4D03-93D6-3B33C7B0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95275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91A53-7989-4D03-B927-6F0CFB2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57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AE0EC-7463-47EE-BF3E-35B3819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AC494-3856-4807-8CE0-F48EFEA2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95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52038-EBAC-4B58-9EC5-4265B705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5275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86A54-C4C1-4F6C-93A6-70BC4E0A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57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80E9F-6DED-449E-A965-FF25B26C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81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2A043-808B-4B37-9998-C9FA8BD0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295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456BC-8E56-472F-B059-19762FF2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5275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82051-16FF-4B6D-BB17-9DA828A1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457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688F2-26B0-4161-847F-7D38F803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81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3504-2E50-4D99-9FF3-ECB33B4F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952750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BFD457-C28B-43FC-A8A6-EB94A7E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57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97569F-F359-4DAB-B99B-61D45157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7A4C6-416F-4815-8A33-7886703A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shared transition parameters across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1FA59F-371A-4F16-B045-1EFDB4F1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Recurrent sharing makes variable-length processing possible, but repeated Jacobians make long-range credit assignment difficult.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959F7-C325-4A74-A9C0-2A283DFE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3CAE3-645D-44C4-B3CC-CD7FBE7F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A4F4D-9FA3-414A-A6DE-F77F4FAE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C969E-9549-44FB-AF98-1305953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5AB11A-C2FE-4513-B5D9-571D5988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893007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C7A780-A111-4A8C-B605-04A0A960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106CE-37DD-4E50-BF7C-9585D3F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Backpropagation through time multiplies both evidence and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6C8B24-DF3C-42B9-A99B-4E30F7F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The hidden state summarizes earlier inputs for the current prediction.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Unrolling creates a deep graph whose depth equals sequence length.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Gradient clipping limits explosion but does not create long-term memory.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A867A-859A-4FA4-A4E1-3610558D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823466-0AAF-4B60-83DE-842F7D1F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339661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9E97-822D-401B-B113-BE993155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988" y="3053715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E0522-48F9-4504-995D-15F0F6C9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988" y="255841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38378-CD13-415C-BD01-903794F0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7113" y="288226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5910F-4AE4-4B6A-BC2A-3A09FD5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39661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032C8-CD8E-4BC9-8960-A3FC5355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38" y="3053715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E401A-0991-4ABD-9C71-90A0FB0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838" y="255841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F547E-6CF1-4BA6-881B-69DC67AE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88226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2A6A3-2D74-411C-8EFC-BBD6E1C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3053715"/>
            <a:ext cx="123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RNN cell</a:t>
            </a:r>
          </a:p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h_t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8B149B-6E70-4D5A-BF34-F572FDB1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255841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x_3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6FCBC-9C8B-4125-82D5-9E56816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813" y="288226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E1D96-048A-4500-9C1E-6D1E91EA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44315"/>
            <a:ext cx="5114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shared transition parameters across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129D9-020F-44F6-B045-F43A03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Recurrent state compresses a sequence history, while gates protect useful information across long intervals.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0BCA3-960C-4556-B67D-3CCCCCDA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A6FBE-FAA5-4D65-8471-AE6971C6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DD1C3-733F-4E76-B91C-17B7423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63944-55DA-4442-B9A4-4A48D3A1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891529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B1CAD-783C-4331-9A54-302EAEBF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CEDB9-E937-48BC-9CF7-B0AB4E04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scalar recurrence shows why old information fades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FB390-006D-41FE-A4D4-F92DA365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15F21-DA2A-4175-91B6-73BE4B1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Let h_t = tanh(0.5*h_(t-1) + x_t). What happens to a gradient over six quiet steps?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DC486-8A78-4FA4-9D1A-B3C00444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C46BC-A3EA-48A9-8FCE-68241853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Each step multiplies by about 0.5 times a tanh derivative at most 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1B346-C07D-437C-875D-5413D600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648B72-CD8E-47F6-A7C9-3CBFBC64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upper-bound multiplier after six steps is 0.5^6.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BB8BE-3D74-425B-97E2-9B447B0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36328-09CB-4EA5-9029-8EBC242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Only about 1.6% of the signal remains before additional saturation.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B6973-207C-4427-B677-2A83E051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9CD89-B06B-4666-BE17-A048F174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CBC21-B33D-42E3-B6A6-151E9EAC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Gates create additive state paths that can preserve selected information more effectively.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A3ABD-FB37-40BA-97F1-8300A80C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63DB7-46DC-4B80-A0E3-2DBB4F9F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FC6BC-29F5-4D4A-B636-91CEB853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1A4276-347C-40EA-A666-73302B63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8340187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96D66-F248-41B7-97CC-3214DA7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3261B-9C3C-420D-9FA4-372069F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LSTM and GRU gates learn what to write, keep, and reveal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711A1-91AF-4999-A095-9006A370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LSTM uses a cell state with forget, input, and output gates.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GRU merges parts of the mechanism into reset and update gates.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Architecture choice should be compared at similar capacity and data budget.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EB426-9EDB-437F-B453-C1EFBCCA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38802-4A68-4B22-B8D7-3E31C63B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DA486-18EA-4CFC-BCB7-2F61F9E6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CCC59-2CF8-4EFD-A3EE-C3CB7F5D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Read 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00150-5086-4950-8EB8-865971D9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7F486-C81B-4CD0-B4C5-BB8A7E71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D9FC9-4392-4A53-AAA5-E14415F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Update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DF514-9404-4040-9046-C795D13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E8BDE3-C3B2-4841-A67D-B0B9A645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0C5302-2938-4E2F-9984-82E082A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Emit useful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961E9-83ED-4D7F-8C8E-8F8B1354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BF79F-F08C-4951-B7F4-83A39162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DB6D8-7552-494A-B78A-A1527092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F4323-BB56-4DF1-890A-932EDC80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B68DF0-B1C3-4238-9513-80ECCD1B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835034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6446AC-50A3-4021-8B73-460E01F2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513D3F-DDFD-43BF-AB25-ABF9C70D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Sequence baselines reveal whether recurrence earns its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91838-BD19-4FB6-9F87-CDBA3FCC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naive forecast or windowed MLP can outperform a recurrent model when history is short or data is limited.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D23F5-0B8F-467B-A922-FC99DD82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CCBE3-8C64-4D73-971E-619B781A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Vanilla RNN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19F6D-CD08-455C-A7FF-79C987C9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Simple and inexpensive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Useful for short dependencies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More vulnerable to gradient decay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6CF77-F291-4882-A4A9-D4C38294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E84E7-2113-4535-BC4E-9D5AFBF9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LSTM or GRU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03A16-B950-46C0-BA0D-85FDA845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Gated memory paths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Better long-range behavior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More parameters and tuning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92B59-85AE-4756-B13E-A19509AD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424E7-25D6-4218-BAD1-829C526B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4FF7E-E2CB-4192-BE4C-FC2A00E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A2EBB-AF37-40CC-B25B-3184E1D8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365178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17F7D-C3A8-4E00-BDE1-BF011675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2F8BC-64B4-4C90-9733-EC400FB3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Make every sequence boundary shape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F21A9-BBB7-40EB-BCA5-BE76A0FB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E28F9-DBF2-4269-8724-ECAA771A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x = x.to(device)  # [B, T, F]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output, state = rnn(x)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last = output[:, -1, :]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prediction = head(last)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assert prediction.shape[0] == x.shape[0]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C6801-551B-47D8-A826-12E29E26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4E20C-B0F4-430F-8A85-D3202B4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BF2F65-C0C6-4778-93BD-86335F1D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chronological splits.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40FFC-89AD-463C-87C8-84220601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1B3F35-42CA-43EA-B45B-F103C568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Reset or detach state deliberately.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7C3E7-8797-4FF6-B061-56AC66C8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38F6B-6A94-4CFF-9664-869A3B13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recursive and one-step forecasts.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58817-D62E-43AB-9A7D-4FCD285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CE82C-C46C-449E-B4C2-26516A14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D31BF-1599-48F7-AE1E-E9F931C0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6B7B1-687F-4029-9BA0-94C19EE9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9765921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2B1FD-5E13-40B5-9BD6-DADAFAA3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FC629-BB1A-41FA-9474-73A310B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Sequence leakage can make a weak model look excellent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AA674-4FA3-4CAD-9523-76A24E91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DB9A7-996A-4D4A-882D-EDE14DA5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0946D-02A7-4271-8D15-8A550942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Random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E7ED5-AAD7-43FA-BFEA-D5D364F5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Future-adjacent windows leak temporal information into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14BBB-8556-4342-AEB5-452731C5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0D6EE-3211-4E12-8EA0-14790B76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AD83A-1EEA-4447-BD0A-9C375168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State misuse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FC127-1D63-416F-A9EE-4775F69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Hidden state crosses unrelated sequences or retains a graph unintentionally.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F4E2C-A418-42CE-8C8A-9D8E135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F565B-5FBF-4470-99FE-4A4FE787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6E192-8186-49C0-8E0C-C5676A3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Rollout drift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CA82B-BC8C-49CB-AE0D-411A88A2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Recursive predictions compound their own errors.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EB9F5-E304-4177-BD01-2BAD63E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2588AE-C27C-4465-BC5D-42805CCF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99A7C-C1CA-4B24-BE90-F1F0D4C9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E1F2E-AD6F-46A6-A116-92537FCB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E6143-C61F-49EC-981A-EC39664C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913538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A09984-9F3B-4697-AB24-6140089F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2148F-CADA-4045-A933-914F077F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Decide what the state must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CF669-3C8F-43D7-AB59-32317EA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0711B-0277-46D9-95A1-CBD08F9F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demand forecasting, sentiment, and sensor fault detection, identify the useful history, split strategy, output timing, and a non-recurrent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5B616-EA88-4221-951B-9E2B3B99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84219-9E4E-4D35-8CE9-EBE8302D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dependency length.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10FF8-6C7C-4307-9EFA-B728182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DD574-EAE4-4048-A4E7-B423098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window and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9B93A-45E9-4009-BC80-2B7CB3D9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72743-20D7-4292-900C-BA9CCD7C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Specify a fair comparison.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404D3-81B8-4DF5-8886-F21F7A7A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D525BC-151E-4775-A973-05B8226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recurrent model is justified by dependency evidence, not by sequence data alone.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85A095-15A3-420F-907D-D290CC57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D2C2B-1AF2-4443-B4C1-148BDBF2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25A7B-DA77-4EB9-B63A-F2722BD5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4AC6D-E3C9-48B6-8C52-D0368A20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0231184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56BC4B-0A86-4F69-B0E1-218F4922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D5C55-A2A5-4AB2-B4EF-B9C7100F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559FF-3FFC-4F62-8D43-23344AB7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73EE1-A8F0-4335-84FE-C50BE71F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9C35-E86C-436F-8B1D-C08DEF0C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D7AF9-778B-4F21-A40B-1A6FB52C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Recurrent sharing processes ordered inputs with one transition.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11440-4778-4A01-8165-209186DC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14F52-8F50-428E-BFAB-1AE17A93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CEDC7-1BE4-4A43-AC6C-B0F20B86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Repeated Jacobians create long-range gradient difficulty.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275D6-4135-4FBE-A885-6FC1BE0F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DCD3A-1C9C-4C45-9181-E54DBE66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C9FBD-550A-4C41-BB74-A45C35C4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Gates and baselines should be evaluated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C27F9-26ED-46F3-94BB-336ED919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Recurrent state compresses a sequence history, while gates protect useful information across long intervals.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2192B-E262-4918-98C8-08A59FEC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B2 Ch. 10 | B3 Ch. 9-10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2058C-716C-4986-A2BE-8EFEFC8E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072BD8-9046-4E88-8CEF-A27C8DF4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1DA89-46B4-475C-9F99-86E6B2E4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822544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74422-07B6-485D-A02E-7A47BC82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525143-2D3C-464A-BCC1-DDAD4EC2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Recurrent state compresses a sequence history, while gates protect useful information across long intervals.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570E9-05DE-44CE-80F4-1B8F71AA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71F81-8438-4A11-BEB0-0C6D06B9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70E28-AD92-48FE-90AE-DA3347F8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 random train-test split risky for time series?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F6F6A-E634-4DF0-A66A-1E23BCF6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4B75-EA2A-46AB-AAEF-E74C03B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problem does gradient clipping solve, and what does it not solve?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B712E-68AD-4297-877E-889C8D3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F12A3-3852-4868-82D0-FF028C04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57937-2093-4AD6-8EBA-D80F2028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2F042-8B36-490E-A0AA-E43059B5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699C63-47AF-4610-B15C-77D799B2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C0350-9DF7-426B-AB29-3BE650E2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B9416-1395-42E5-A708-442F5F58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8 | RNNs, LSTMs, and GRUs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56170-5FCF-4A77-BE61-65939B03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7445045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2026-07-12T22:11:45.7020000Z</dcterms:created>
  <dcterms:modified xsi:type="dcterms:W3CDTF">2026-07-12T22:11:45.7020000Z</dcterms:modified>
</coreProperties>
</file>