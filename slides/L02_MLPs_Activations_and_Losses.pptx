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2668254e904dfa" /><Relationship Type="http://schemas.openxmlformats.org/officeDocument/2006/relationships/extended-properties" Target="/docProps/app.xml" Id="R4ea7f549c2c64053" /><Relationship Type="http://schemas.openxmlformats.org/officeDocument/2006/relationships/officeDocument" Target="/ppt/presentation.xml" Id="R2c25372fc7454c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f43d5ac7fa4fc2"/>
  </p:sldMasterIdLst>
  <p:notesMasterIdLst>
    <p:notesMasterId xmlns:r="http://schemas.openxmlformats.org/officeDocument/2006/relationships" r:id="R697fcc8143954fc3"/>
  </p:notesMasterIdLst>
  <p:sldIdLst>
    <p:sldId xmlns:r="http://schemas.openxmlformats.org/officeDocument/2006/relationships" id="256" r:id="R24ed086d3c374b49"/>
    <p:sldId xmlns:r="http://schemas.openxmlformats.org/officeDocument/2006/relationships" id="257" r:id="Raf1f8516a4004f82"/>
    <p:sldId xmlns:r="http://schemas.openxmlformats.org/officeDocument/2006/relationships" id="258" r:id="Rbfbdc854f9f04c66"/>
    <p:sldId xmlns:r="http://schemas.openxmlformats.org/officeDocument/2006/relationships" id="259" r:id="R7908acfdf6584ada"/>
    <p:sldId xmlns:r="http://schemas.openxmlformats.org/officeDocument/2006/relationships" id="260" r:id="R7715d39f9c5141b8"/>
    <p:sldId xmlns:r="http://schemas.openxmlformats.org/officeDocument/2006/relationships" id="261" r:id="R69b9986ff09a44e7"/>
    <p:sldId xmlns:r="http://schemas.openxmlformats.org/officeDocument/2006/relationships" id="262" r:id="Ra96b90a74e6a4e8d"/>
    <p:sldId xmlns:r="http://schemas.openxmlformats.org/officeDocument/2006/relationships" id="263" r:id="R20f2120362fa4f36"/>
    <p:sldId xmlns:r="http://schemas.openxmlformats.org/officeDocument/2006/relationships" id="264" r:id="R528536eb35464394"/>
    <p:sldId xmlns:r="http://schemas.openxmlformats.org/officeDocument/2006/relationships" id="265" r:id="Rb76f92041bd74c1c"/>
    <p:sldId xmlns:r="http://schemas.openxmlformats.org/officeDocument/2006/relationships" id="266" r:id="R36cefa8998874db4"/>
    <p:sldId xmlns:r="http://schemas.openxmlformats.org/officeDocument/2006/relationships" id="267" r:id="Rabe7f1e8147840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d5cf4c0f64456d" /><Relationship Type="http://schemas.openxmlformats.org/officeDocument/2006/relationships/slideMaster" Target="/ppt/slideMasters/slideMaster1.xml" Id="Rdff43d5ac7fa4fc2" /><Relationship Type="http://schemas.openxmlformats.org/officeDocument/2006/relationships/notesMaster" Target="/ppt/notesMasters/notesMaster1.xml" Id="R697fcc8143954fc3" /><Relationship Type="http://schemas.openxmlformats.org/officeDocument/2006/relationships/presProps" Target="/ppt/presProps.xml" Id="R2b5f5c29c0cb4226" /><Relationship Type="http://schemas.openxmlformats.org/officeDocument/2006/relationships/tableStyles" Target="/ppt/tableStyles.xml" Id="R163472eea2f6428a" /><Relationship Type="http://schemas.openxmlformats.org/officeDocument/2006/relationships/slide" Target="/ppt/slides/slide1.xml" Id="R24ed086d3c374b49" /><Relationship Type="http://schemas.openxmlformats.org/officeDocument/2006/relationships/slide" Target="/ppt/slides/slide2.xml" Id="Raf1f8516a4004f82" /><Relationship Type="http://schemas.openxmlformats.org/officeDocument/2006/relationships/slide" Target="/ppt/slides/slide3.xml" Id="Rbfbdc854f9f04c66" /><Relationship Type="http://schemas.openxmlformats.org/officeDocument/2006/relationships/slide" Target="/ppt/slides/slide4.xml" Id="R7908acfdf6584ada" /><Relationship Type="http://schemas.openxmlformats.org/officeDocument/2006/relationships/slide" Target="/ppt/slides/slide5.xml" Id="R7715d39f9c5141b8" /><Relationship Type="http://schemas.openxmlformats.org/officeDocument/2006/relationships/slide" Target="/ppt/slides/slide6.xml" Id="R69b9986ff09a44e7" /><Relationship Type="http://schemas.openxmlformats.org/officeDocument/2006/relationships/slide" Target="/ppt/slides/slide7.xml" Id="Ra96b90a74e6a4e8d" /><Relationship Type="http://schemas.openxmlformats.org/officeDocument/2006/relationships/slide" Target="/ppt/slides/slide8.xml" Id="R20f2120362fa4f36" /><Relationship Type="http://schemas.openxmlformats.org/officeDocument/2006/relationships/slide" Target="/ppt/slides/slide9.xml" Id="R528536eb35464394" /><Relationship Type="http://schemas.openxmlformats.org/officeDocument/2006/relationships/slide" Target="/ppt/slides/slide10.xml" Id="Rb76f92041bd74c1c" /><Relationship Type="http://schemas.openxmlformats.org/officeDocument/2006/relationships/slide" Target="/ppt/slides/slide11.xml" Id="R36cefa8998874db4" /><Relationship Type="http://schemas.openxmlformats.org/officeDocument/2006/relationships/slide" Target="/ppt/slides/slide12.xml" Id="Rabe7f1e8147840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3bd6e1464642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d5615496e478e" /><Relationship Type="http://schemas.openxmlformats.org/officeDocument/2006/relationships/notesMaster" Target="/ppt/notesMasters/notesMaster1.xml" Id="R14ad883e889f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b02ed7ba0e4dec" /><Relationship Type="http://schemas.openxmlformats.org/officeDocument/2006/relationships/notesMaster" Target="/ppt/notesMasters/notesMaster1.xml" Id="R252465d5b90645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3b5f4c8601455f" /><Relationship Type="http://schemas.openxmlformats.org/officeDocument/2006/relationships/notesMaster" Target="/ppt/notesMasters/notesMaster1.xml" Id="Rb214f5d6752140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a8d07e0a0a4d95" /><Relationship Type="http://schemas.openxmlformats.org/officeDocument/2006/relationships/notesMaster" Target="/ppt/notesMasters/notesMaster1.xml" Id="R464b5bfd26da4d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e41b62594e4b40" /><Relationship Type="http://schemas.openxmlformats.org/officeDocument/2006/relationships/notesMaster" Target="/ppt/notesMasters/notesMaster1.xml" Id="R8019e77c674a4b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903a5211604edb" /><Relationship Type="http://schemas.openxmlformats.org/officeDocument/2006/relationships/notesMaster" Target="/ppt/notesMasters/notesMaster1.xml" Id="Rc1f0ca07e539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7ea63011bf4c00" /><Relationship Type="http://schemas.openxmlformats.org/officeDocument/2006/relationships/notesMaster" Target="/ppt/notesMasters/notesMaster1.xml" Id="R92a2a29889764a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0055f6e06f40f4" /><Relationship Type="http://schemas.openxmlformats.org/officeDocument/2006/relationships/notesMaster" Target="/ppt/notesMasters/notesMaster1.xml" Id="Ra65010f32a7f48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dfb8e1f81540e4" /><Relationship Type="http://schemas.openxmlformats.org/officeDocument/2006/relationships/notesMaster" Target="/ppt/notesMasters/notesMaster1.xml" Id="R47d036f868224a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0a2fef909c4de4" /><Relationship Type="http://schemas.openxmlformats.org/officeDocument/2006/relationships/notesMaster" Target="/ppt/notesMasters/notesMaster1.xml" Id="Ra8edaba5a8cd49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e027fbb8704c00" /><Relationship Type="http://schemas.openxmlformats.org/officeDocument/2006/relationships/notesMaster" Target="/ppt/notesMasters/notesMaster1.xml" Id="Rf90855cecc5042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f6360ccdf14c17" /><Relationship Type="http://schemas.openxmlformats.org/officeDocument/2006/relationships/notesMaster" Target="/ppt/notesMasters/notesMaster1.xml" Id="R99eec44ea2fd42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c8177ebb648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c6d60cda6745e3" /><Relationship Type="http://schemas.openxmlformats.org/officeDocument/2006/relationships/slideLayout" Target="/ppt/slideLayouts/slideLayout1.xml" Id="Rf41236a3e92f44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236a3e92f44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24eed2be94e3a" /><Relationship Type="http://schemas.openxmlformats.org/officeDocument/2006/relationships/notesSlide" Target="/ppt/notesSlides/notesSlide1.xml" Id="Re81c3c05a4654c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3daaf639a4c10" /><Relationship Type="http://schemas.openxmlformats.org/officeDocument/2006/relationships/notesSlide" Target="/ppt/notesSlides/notesSlide2.xml" Id="R8a7383e45bd148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65b969c4a4b46" /><Relationship Type="http://schemas.openxmlformats.org/officeDocument/2006/relationships/notesSlide" Target="/ppt/notesSlides/notesSlide3.xml" Id="R6e7663c79a0e4b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64e7bc327468e" /><Relationship Type="http://schemas.openxmlformats.org/officeDocument/2006/relationships/notesSlide" Target="/ppt/notesSlides/notesSlide4.xml" Id="R27d45c07bf6e43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67889518e429c" /><Relationship Type="http://schemas.openxmlformats.org/officeDocument/2006/relationships/notesSlide" Target="/ppt/notesSlides/notesSlide5.xml" Id="R115c4e81adc642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316d9c8dd464d" /><Relationship Type="http://schemas.openxmlformats.org/officeDocument/2006/relationships/notesSlide" Target="/ppt/notesSlides/notesSlide6.xml" Id="Re00a6552d46349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080cb700e42d3" /><Relationship Type="http://schemas.openxmlformats.org/officeDocument/2006/relationships/notesSlide" Target="/ppt/notesSlides/notesSlide7.xml" Id="R5b2a535ffc0243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5683c1e114056" /><Relationship Type="http://schemas.openxmlformats.org/officeDocument/2006/relationships/notesSlide" Target="/ppt/notesSlides/notesSlide8.xml" Id="Rd73eeec3df9e4c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d150e50654906" /><Relationship Type="http://schemas.openxmlformats.org/officeDocument/2006/relationships/notesSlide" Target="/ppt/notesSlides/notesSlide9.xml" Id="R517652f5cc4d43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bf878705949cc" /><Relationship Type="http://schemas.openxmlformats.org/officeDocument/2006/relationships/notesSlide" Target="/ppt/notesSlides/notesSlide10.xml" Id="R9cf25d5deea140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1c02d60454ef3" /><Relationship Type="http://schemas.openxmlformats.org/officeDocument/2006/relationships/notesSlide" Target="/ppt/notesSlides/notesSlide11.xml" Id="R243987e5506b44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5e1200a9f46ad" /><Relationship Type="http://schemas.openxmlformats.org/officeDocument/2006/relationships/notesSlide" Target="/ppt/notesSlides/notesSlide12.xml" Id="Rc938678630be49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286CF0-FBBF-4D3B-9A01-F414E1E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2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15885-6938-4D80-BECA-18DC60DF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MLPs, Activations, and Losses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DDFD2-4D16-4982-8920-1FCF1B3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Affine layers become expressive only when nonlinear activations and task-compatible losses are composed correctly.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EAB4D-2736-42EB-915F-AD5CB35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18E6D-0117-4E9E-B44A-177DE0F3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81850" y="1682750"/>
            <a:ext cx="1152525" cy="341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7396C-1A85-4AF6-B0C3-0D2DFF8E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24063"/>
            <a:ext cx="1152525" cy="341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71B57-4304-429E-A51E-06012173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24063"/>
            <a:ext cx="1152525" cy="1023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F597C-A13E-43EE-A0E5-7F08C968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24063"/>
            <a:ext cx="1152525" cy="1706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1DA4B-92A8-46A9-88B7-365EB347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24063"/>
            <a:ext cx="1152525" cy="2389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708F3-2FAC-44CE-95CB-7688D7D1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81850" y="1682750"/>
            <a:ext cx="1152525" cy="136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7AA3F-EF5B-4F9A-8456-5E4A19BA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81850" y="2365375"/>
            <a:ext cx="1152525" cy="68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D0485-9DA4-4E13-B851-C07E2BD5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1152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61356-B082-474F-B570-69747D56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1152525" cy="68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3470D-9624-4201-AA30-9E020DE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1152525" cy="136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F2F30-52C3-494C-8090-A06251F8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81850" y="1682750"/>
            <a:ext cx="1152525" cy="2389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ED458-80C2-439B-BDC1-2C89B809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81850" y="2365375"/>
            <a:ext cx="1152525" cy="1706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289C9-8AFE-4375-9526-4BB5E13C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81850" y="3048000"/>
            <a:ext cx="1152525" cy="1023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4206E-FDEB-45AD-AECF-6D7353EB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81850" y="3730625"/>
            <a:ext cx="1152525" cy="341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84FF7-953E-4321-8389-119BA6E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71938"/>
            <a:ext cx="1152525" cy="341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614B6-5CDE-4129-B658-8AC1AA5B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82750"/>
            <a:ext cx="1152525" cy="136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41696-45CE-4A59-8C3F-0F439308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82750"/>
            <a:ext cx="1152525" cy="955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FC881-02C9-4FB6-906C-87401A23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82750"/>
            <a:ext cx="1152525" cy="177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0B1BB-B6F5-4E4B-AEC0-34EBDD20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82750"/>
            <a:ext cx="1152525" cy="259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C6C2B-8867-4BF8-9D94-BB8701E4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1819275"/>
            <a:ext cx="1152525" cy="54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51FA9-93AE-48A0-B988-E5B38E8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65375"/>
            <a:ext cx="1152525" cy="27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DF0B4-0228-4EC2-AC5A-E3E0CD99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65375"/>
            <a:ext cx="1152525" cy="1092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FE8B3-FE39-4371-ACA3-64B0C2C1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65375"/>
            <a:ext cx="1152525" cy="191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C1D83-C39D-41BA-BC11-298AB9F7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1819275"/>
            <a:ext cx="1152525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33959-F59B-44C7-9F9D-872AA0A6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2638425"/>
            <a:ext cx="11525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34ADD-EFE7-448E-A0CB-1CBD392A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48000"/>
            <a:ext cx="11525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CFA746-1951-4567-9BBF-2E113BCD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48000"/>
            <a:ext cx="1152525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7C65C5-D7DB-493F-9C9C-A09344D3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1819275"/>
            <a:ext cx="1152525" cy="191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6541F-C68B-4CD9-BA48-C6BF4E2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2638425"/>
            <a:ext cx="1152525" cy="1092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4DD9D-AB39-4913-80FA-12877A9D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3457575"/>
            <a:ext cx="1152525" cy="27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98304A-5440-43F0-A15B-54CA7C1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30625"/>
            <a:ext cx="1152525" cy="54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3048B0-217D-4778-AC6F-13D9591D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1819275"/>
            <a:ext cx="1152525" cy="259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CC2BE8-DE34-45F7-98C4-51A14A08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2638425"/>
            <a:ext cx="1152525" cy="177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DED57A-F338-4B2A-9F3E-ED3816A9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3457575"/>
            <a:ext cx="1152525" cy="955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0E52A0-2791-4E85-A0E5-88928DC7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05825" y="4276725"/>
            <a:ext cx="1152525" cy="136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64BAB1-D120-4AF2-A24A-B1BE20EF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19275"/>
            <a:ext cx="1152525" cy="54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402EC8-B218-46DE-85C4-35672E7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19275"/>
            <a:ext cx="1152525" cy="191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1C1F6B-E04F-4F07-8066-D93ED905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29800" y="2365375"/>
            <a:ext cx="1152525" cy="27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CAB6B3-39F4-451D-A2A0-8ABFF0E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38425"/>
            <a:ext cx="1152525" cy="1092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99A4C8-400B-4B3E-90A2-85C08961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29800" y="2365375"/>
            <a:ext cx="1152525" cy="1092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27CC66-9A07-478F-82D9-1D703DA3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57575"/>
            <a:ext cx="1152525" cy="27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B478DD-24DC-4C23-AC08-FA128927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29800" y="2365375"/>
            <a:ext cx="1152525" cy="191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7D8CEB-EFE3-4B42-B2A1-A70A7F88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29800" y="3730625"/>
            <a:ext cx="1152525" cy="54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645B55-5EA8-4F5E-BEBC-4F3D398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383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BC3879-B6E2-46E3-B618-A8F7CEB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62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2CBDD9-3AED-4756-A7AA-8936D69F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862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B31A99-D0D3-4890-B5FB-A873FE79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97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12A78D-0262-4038-8D9A-8108D8D8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79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C0A214-B268-4BCC-84A3-EF9197D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62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D39FCF-EEAD-4224-96E6-DE16588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4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068070-D3EC-45AB-84EE-C79FDEEB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2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B62445-DCC1-49D9-9408-1F6F29A8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3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572BFB-2821-417B-9392-1E1389B8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3D61D9-0957-442C-BE29-1D4AB3B8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71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6E3E9D-10BF-4A63-840A-AFF46916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91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D40CE8-5D95-4E66-9D6B-4A1977C1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279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1328DE-11D8-461E-8E56-FA4467A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64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C44F4A-1C06-421F-BE46-D1F47F4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482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871280-774B-4C2F-9CF9-0B6ABF29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8482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Hidden 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B8504D-4C13-49F4-99D0-0F172311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482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Hidden 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AF5027-10EC-4A83-99D6-CD2B1E44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8482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ECE98C-428E-49B4-9EE8-CA52E78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6383BB-D7A9-4805-A3D5-178F17A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051597-5E6B-4BE3-BD7D-F842B854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26C47A7-97D0-4C16-A960-F94FABA7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F5D67C-AEFA-4067-8295-8466151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417827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FDDC2B-190A-42FE-B497-0BC349B4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71A96-D8D6-4952-A7C0-4B20700F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7350E-7760-4079-8208-5189092E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D3F1C-8D23-4A1B-9E9B-5D5F549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9344E-A9B2-4A66-9AB1-24410C81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Compute tensor shapes and parameter counts through dense layers.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FFA06-98BA-4F54-8CA6-C2B22BD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E0574-3A20-4619-A655-F3133BB5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5AE70-16F1-457F-AD64-3690DC4F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EBD7E-E2AF-4113-8BBA-A0C00EBB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how common activations affect signals and gradients.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65F91-74FF-4AA1-8F94-4BC04C91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F02EA-03F1-42AB-B5FA-317823AC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F41F8-58D7-4F28-91DD-85C058BF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0A37C-770C-48C9-9DAF-C1D91B5F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Pair output layers and losses for regression and classification.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B06F8-B74B-4FD0-9584-3958115F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518F0-A584-4A30-9A39-A661EFF7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3ED46-1893-4662-8C43-894D33A6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D3640-C5C6-485F-AA2D-5ACE33E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An MLP repeatedly mixes features, then bends the 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F31CB-1166-4DA2-A609-95AF76EC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52694-51FC-4840-B605-1283ED2F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Shape bookkeeping is the first neural-network debugging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E3FFE-38FA-4B6E-9480-E389838C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E1369-8B4A-441C-BCEB-0EAE0AB0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two-layer XOR network creates a nonlinear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556FC-A26F-463A-9933-95B98D14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61091-167A-414D-9651-BD5DE27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output representation and loss must describe the same task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CF43F-E5A5-49BA-BD7D-0EB1A545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6C0805-852A-4CA8-A52F-C4E75BB0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Activation choice changes both representation and gradient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CC4BE-96C2-4F68-B084-718993EA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45460-913F-4A5F-B177-2F0D852E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the output and loss before writing the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160678-EE86-4A91-9DDD-0613A68B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84553-7877-494D-ACF2-6EB8AE0E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31C199-89F2-4C30-AF32-C41CAAC4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FC76D9-0A85-409C-8128-9AED6663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240660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966CC-6570-4918-A426-C04AA92A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33713-2C9B-4877-84F8-2F1F5426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 MLP repeatedly mixes features, then bends the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C8F5-8DC2-4B60-A314-387AD749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B2FB7-EC95-41CF-9A7B-DC62FB62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" y="2444750"/>
            <a:ext cx="3143250" cy="1984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E5F01-53B3-400D-87AA-A96C28BB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43188"/>
            <a:ext cx="3143250" cy="1984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BAC56-87CC-4522-A416-E94C341C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43188"/>
            <a:ext cx="3143250" cy="595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F8240-A17E-402B-9CCC-1EA0A6CB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43188"/>
            <a:ext cx="3143250" cy="9921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DFD21-C49A-4386-94F3-CF0377B3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43188"/>
            <a:ext cx="3143250" cy="13890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585C8-B068-4D44-85C1-F8F98C7C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" y="2444750"/>
            <a:ext cx="3143250" cy="79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21ACE-7645-4F2D-9220-60243121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" y="2841625"/>
            <a:ext cx="3143250" cy="39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7D425-1FC8-402B-807D-3694AD0F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38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C33DF-621B-44A3-8CD3-F79D6E31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38500"/>
            <a:ext cx="3143250" cy="39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3991B-8541-4063-893B-99027417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38500"/>
            <a:ext cx="3143250" cy="79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DED5B-25A1-474A-99BD-A8858650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" y="2444750"/>
            <a:ext cx="3143250" cy="13890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EC3E7-B3F0-4060-85E6-6A0E7BBB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" y="2841625"/>
            <a:ext cx="3143250" cy="992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2AEB1-B3FB-45D6-9A41-43CE922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" y="3238500"/>
            <a:ext cx="3143250" cy="595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E1B74-FE02-4442-A1C9-F9E6F20C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" y="3635375"/>
            <a:ext cx="3143250" cy="198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61663-D069-40DC-9F09-6A17B1D2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33813"/>
            <a:ext cx="3143250" cy="1984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3EE4F-BABC-46B0-BA3E-7DDFE709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44750"/>
            <a:ext cx="3143250" cy="79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A3946-9CA1-44FC-8374-3A07C2B3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44750"/>
            <a:ext cx="3143250" cy="555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E2D3E-2499-40CD-BD98-E1EF9677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44750"/>
            <a:ext cx="3143250" cy="103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45476-A95C-4B17-BBE4-51E2D759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44750"/>
            <a:ext cx="3143250" cy="150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D3FAC-57F5-4443-9302-D91CE518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2524125"/>
            <a:ext cx="3143250" cy="31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4A2AB-4702-4EB3-B7A0-73246FB6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41625"/>
            <a:ext cx="3143250" cy="15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C14F6-BF2D-4BE2-822D-383A793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41625"/>
            <a:ext cx="3143250" cy="63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98DBB-9FB9-42ED-A1A6-897986DA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41625"/>
            <a:ext cx="3143250" cy="111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EA6AF-06D7-4059-B48C-B61E0CD3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2524125"/>
            <a:ext cx="314325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0D4DE-FE85-4382-B40B-D9832C81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3000375"/>
            <a:ext cx="31432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524CD0-1A6B-4A5F-8E54-D93CAF21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38500"/>
            <a:ext cx="31432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B03795-9D44-4467-8170-FD463CA9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38500"/>
            <a:ext cx="314325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51137F-08C4-4AB6-8FA5-C6BCC29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2524125"/>
            <a:ext cx="3143250" cy="111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A31C4-CB70-4B52-B9CC-06425D2D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3000375"/>
            <a:ext cx="3143250" cy="63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3E3EA1-8DB8-4262-9C8D-3F42AADC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3476625"/>
            <a:ext cx="3143250" cy="15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38D8B7-B16D-4B61-A9E5-E17E2BB4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5375"/>
            <a:ext cx="3143250" cy="31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82672C-4682-46CF-A576-BD8DDC13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2524125"/>
            <a:ext cx="3143250" cy="150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E82EC7-1242-4642-A7AB-8AC9D9BD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3000375"/>
            <a:ext cx="3143250" cy="103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C746AF-5673-446B-8A23-CBB4D2FD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3476625"/>
            <a:ext cx="3143250" cy="555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F6BD5F-1946-4A42-A973-A9E8A6B4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3952875"/>
            <a:ext cx="3143250" cy="79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4D0992-1E67-46B6-8276-0240E64E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24125"/>
            <a:ext cx="3143250" cy="31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F10B4B-2A4F-4FB9-8834-6E418847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24125"/>
            <a:ext cx="3143250" cy="111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B861D9-69FB-41EB-A3F2-04B16653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39075" y="2841625"/>
            <a:ext cx="3143250" cy="15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45014A-9CCA-4A93-B618-A86A5C31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00375"/>
            <a:ext cx="3143250" cy="63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5F273E-14D7-4631-AB61-3808AEB4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39075" y="2841625"/>
            <a:ext cx="3143250" cy="63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E699C2-8DBB-4779-9FF2-42CDA026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476625"/>
            <a:ext cx="3143250" cy="15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162A8C-DCAC-4C86-8391-FEB4C37A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39075" y="2841625"/>
            <a:ext cx="3143250" cy="111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DF27D3-A504-492E-9DB6-605EB1F1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39075" y="3635375"/>
            <a:ext cx="3143250" cy="31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A6F0E9-DD29-443C-96C0-9045A76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574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2ECDF1-E744-4911-A20B-95C5C93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8A9F4F-636A-48C7-8509-CE615FE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480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71BA95-D0FE-4908-AC15-4B5DE205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5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5DBACD-C1C0-4D1B-A8A2-C01F6B1B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5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9A9E61-52CC-4094-B88B-A9345B19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F6F18E-E116-4C23-B4ED-23C61641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49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CBF014-25CE-4B38-BC61-A454069E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946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694743-1F8E-4B02-ACEB-3C9930AA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38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93049B-84C9-423E-AD00-5169AB3E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1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E34485-1BEB-4402-9C80-A3F3681B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90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10DF94-94FA-46BF-816C-3100113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AA37FD-74BA-4294-968E-4B0DF3D4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75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811621-1DF6-4617-BFA4-C741BEDC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549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5CD2D8-AE5E-49DA-B8C6-4578BD23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814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558A55-8E3B-42D3-83C4-E6D8CC2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1814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Hidden 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CBD9AF-E521-42D1-9ED4-A02B0A23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1814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Hidden 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72E3E5-FC46-464E-9B8A-8178F72B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1814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6D207D-89D5-4D95-8AB1-66CBEF3B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Without a nonlinear activation, stacked affine layers collapse to one affine transformation.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19D417-74F4-47B0-96DB-BB867D7C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B060E4-C81B-4ACC-A5C7-53334CB0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1DF8F7-91AF-43C0-B05B-2CA14306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7E721D-8605-41FE-BB72-DAC6D095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75BA8B-B983-48B3-8277-90E4352B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200836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22D5B-558B-4F9D-93C8-F4560C1F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7A41B-59CB-4BF3-8A5E-EE62E257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Shape bookkeeping is the first neural-network debugging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5D18B-0491-4584-8F94-37196209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dense layer maps batch x input_features to batch x output_features.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Parameters equal input_features x output_features plus output bias.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Broadcasting can hide mistakes when target shapes are inconsistent.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1259B-3078-4466-8DAF-C4F8937F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0679F-5E67-4083-8D28-F765B3E1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505075"/>
            <a:ext cx="127952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2D7C7-EB38-44C1-AA74-D21D06D1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19388"/>
            <a:ext cx="127952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8F5C6-ECE5-46D0-AB5A-47A2B8D1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19388"/>
            <a:ext cx="1279525" cy="642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44F60-B8EA-4B51-9616-20942ED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19388"/>
            <a:ext cx="1279525" cy="1071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E15DE-0960-4843-9964-87DBD6C0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19388"/>
            <a:ext cx="1279525" cy="1500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1A4EE-142B-49EB-8DE6-39B23AFA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505075"/>
            <a:ext cx="127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20E84-F119-4A54-90F5-E6A80F95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933700"/>
            <a:ext cx="12795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6D076-9E2B-42E7-9B81-37A5F416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62325"/>
            <a:ext cx="127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A4448-96BC-46FA-B7E9-4C3422B2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62325"/>
            <a:ext cx="12795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17406-C8B1-4B02-AE5E-49CA8DC8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62325"/>
            <a:ext cx="127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FCEC8-C9E5-44D4-A4DC-7AE33DDA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505075"/>
            <a:ext cx="1279525" cy="1500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4DD6C-6739-441D-B1BA-B1D45F1D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933700"/>
            <a:ext cx="1279525" cy="1071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D44D4-16DD-4DB3-B763-68228509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3362325"/>
            <a:ext cx="1279525" cy="642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6582A-C1EE-4E91-BC29-0719AE6F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3790950"/>
            <a:ext cx="127952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DF786-51A3-46F0-B31C-CDC952D2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05263"/>
            <a:ext cx="127952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D0547-0386-4D42-A6E1-67B84491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05075"/>
            <a:ext cx="12795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527FD-C4B3-41BA-ADDF-C3D3052B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05075"/>
            <a:ext cx="127952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35D36-B7CA-4FDC-9592-943EFDE1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05075"/>
            <a:ext cx="1279525" cy="1114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2306-D55B-4A9A-B0DF-C3E86E8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05075"/>
            <a:ext cx="127952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74996-0ABF-4096-91D2-672B6FDC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2590800"/>
            <a:ext cx="127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03FC9-F124-444A-B942-504D6CAD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933700"/>
            <a:ext cx="127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CB4B13-A1A6-4A5E-BB00-9A54749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933700"/>
            <a:ext cx="127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B806C-3321-42D6-B093-8F988EF3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933700"/>
            <a:ext cx="127952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714513-8A1B-4566-85B5-F7AD0EBB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2590800"/>
            <a:ext cx="127952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654AA4-712E-4281-B8C8-206869B6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105150"/>
            <a:ext cx="12795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D29E9A-2CEC-4996-A823-E0D72FE1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362325"/>
            <a:ext cx="12795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B868-6922-4108-9456-15070317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362325"/>
            <a:ext cx="127952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20E4FA-8E66-4138-A945-F881050A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2590800"/>
            <a:ext cx="127952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51E420-1595-424F-B11C-321DA706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105150"/>
            <a:ext cx="127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6DD56D-46CB-430F-A06C-48B06DF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619500"/>
            <a:ext cx="127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BAADD0-C854-45CE-8F11-6E892BE2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790950"/>
            <a:ext cx="127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88EF63-E98D-4025-9575-F30BC66B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2590800"/>
            <a:ext cx="127952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C556DA-E8AE-4721-AB3A-4D8078F1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105150"/>
            <a:ext cx="1279525" cy="1114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64122F-0B6E-40C6-8197-D6F10197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619500"/>
            <a:ext cx="127952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04D81A-3DD0-491F-9A08-FA75C5E9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4133850"/>
            <a:ext cx="12795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DBA6E3-A8A8-4405-B8C7-D2C98C70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75" y="2590800"/>
            <a:ext cx="127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E07B57-C871-44AB-A3CB-463A1848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75" y="2590800"/>
            <a:ext cx="127952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E2A59C-8127-4ECF-867F-BBEAA9C1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55175" y="2933700"/>
            <a:ext cx="127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54ACDC-B941-4CB6-BF1E-F444067A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75" y="3105150"/>
            <a:ext cx="127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4143CD-5D9B-442F-A026-49CAFC4F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55175" y="2933700"/>
            <a:ext cx="127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AD76DB-37DC-439E-AF2D-CB85E21B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75" y="3619500"/>
            <a:ext cx="127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853AD1-8E16-4A85-8F61-D122E3D3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55175" y="2933700"/>
            <a:ext cx="127952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765A55-6686-4870-8274-B85B97D3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55175" y="3790950"/>
            <a:ext cx="127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A6C1E4-0270-4E83-82D6-4BBA4F74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336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5F9FD8-4D6A-4962-87DA-FA4BE2AC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76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29790F-553A-4B49-9F43-9A8B8F7D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19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018B4F-45B6-4BF9-923C-40F28718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21243C-0315-482E-995F-EB2883E4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BA7096-FA19-4400-BB5A-3C6CF436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276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23A3CD-1408-4430-A2D3-2D48BD32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9FF10A-3C19-4AB8-9492-48874F85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4133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DC2F9C-7B5A-449A-9B63-A43CED0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2505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B48E19-CAE2-4A4B-9D2B-BD3D27B4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3019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CA5BC3-ED15-42B2-85F5-FF3564AB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3533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3ECEF7-FDE3-45B7-A6C3-94E708C1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4048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A5273D-0D76-4242-A511-57BFB31E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0F0F16-4847-48E7-900A-1FD6AD68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5F065C-7ECA-439D-A5E9-82A6CA34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00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BFAB88-75BF-4A35-AE30-2D03A3E8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400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Hidden 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50B6E9-1C00-4610-AC09-65734506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575" y="4400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Hidden 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B0522D-24B3-4855-9904-042F436B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00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688498-ECAB-4720-AA1E-28A12648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Affine layers become expressive only when nonlinear activations and task-compatible losses are composed correctly.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EF976C-051D-4C86-8603-9F9E25FC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CCB378-7E04-4F32-B4CB-7848C85F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5FFFF2-BB27-4DDD-942B-5BEFB0EF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CC14E2-EB85-4E75-BB6C-19EF84B7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552940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205E86-4E89-4762-895B-8EF812D8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22FB8-F142-49EB-9B4F-A68A22A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two-layer XOR network creates a nonlinear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48965-1CC1-4795-88E6-A72FCEDD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D7649-67EA-4996-83DD-00A50581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a 2 -&gt; 3 -&gt; 1 network, how many parameters are trained?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23821-97EB-49EA-83D7-7DAC8B17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4908B-9B82-4086-A598-E51CCDD2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First layer: 2 x 3 weights + 3 biases = 9.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10894-20CA-4A47-837D-625AF88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B6B32-1314-46F7-8287-F9C44E5A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Second layer: 3 x 1 weights + 1 bias = 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55082-CEFF-4AB9-822E-C35368D4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C61C4-7512-4A6E-BA1B-6390F189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Total trainable parameters = 13.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1D50E-549B-4666-8A99-A06D57C1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04A6E-D42F-4035-BC46-25E34E06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7E82C-880B-4F14-90DF-B1C8E200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hidden activation lets the model combine three half-spaces into a nonlinear decision boundary.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1DEA1-871C-4A8E-B546-A5B914FE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0AF27-B54A-4C74-AA04-E529BA22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43A94-570E-42E8-8930-A9640B88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04C44-6667-4047-8AC5-37AEA7F3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560209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A2BCB3-B9D2-4DD6-8608-27A8C074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04474-F49B-4C3F-AE23-F33A80E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output representation and loss must describe the same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4A09F-4439-40AA-8801-722387C7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Regression commonly uses an unrestricted output with MSE or Huber loss.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Binary classification uses one logit with BCEWithLogitsLoss.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Multiclass classification uses class logits with cross-entropy.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7F0F0-9890-43EE-9236-B6F1D1F3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F2413-7F41-4A5C-A106-B665267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34A2D-5255-4639-A088-231F21A8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B5BA5-1C3F-4307-8E11-E00ADB6B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target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E9730-511A-49A4-8BC1-3E69DE3D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1935F-7051-4613-8432-3D729932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EF35B-803C-4126-8255-0BE72705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logits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A0672-6D95-4C31-9C49-11178D5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0E013-54EC-4DB6-B356-F6C37D23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C99C4-5B0D-47E6-B1C2-6988ABB7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compatible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0C3C9-B131-45F1-9E00-FCB0EEC9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D00D1-76BF-4E03-8443-7CC98980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4AD2E-00F8-4534-AA52-0832CE56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27356-0EF7-44A7-A4E8-1C17C046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9FAB0-9539-480C-A458-023A6401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665720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2A5DA2-6592-41F5-BEC7-FDDAFD51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FC850-FF26-401D-9FDE-EC1E2465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Activation choice changes both representation and gradient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46900-1B66-4849-A3BE-6A17FDFB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No activation is universally best; the choice depends on saturation, range, smoothness, and the architecture.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7271E-8901-40D8-B635-48C4A003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010F3-B996-461D-9206-29679122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Sigmoid or tanh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F8283-0A2A-401B-8647-A84D9578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Bounded outputs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Useful for gates or probabilities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Can saturate and shrink gradients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D8944-D10E-4250-B1CC-F20443F8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F369A-C1CE-4914-B9BA-2B45E620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ReLU or GELU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9677B-3757-4BB1-9F32-4FE45CF9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Strong default in hidden layers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Efficient gradient propagation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ReLU can create inactive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895BF-D2E6-4F74-92CB-0EF3E4D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CE4E3-7E3E-4008-8C36-9BF7C29C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EDC11-70EE-4ABD-B36D-65EB4943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24E09-89D6-4F45-8DFB-294B331D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5743185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D98B4B-D70B-4F08-91BB-F67EEA6D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C3BC6-CB10-45EC-A726-E8000D1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Logits belong inside a numerically stable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DEF71-C50C-4DB7-9B5C-6807F81A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76FB2-3ABE-4B9F-9F00-67A2B4C4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model = nn.Sequential(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nn.Linear(2, 16), nn.GELU(),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nn.Linear(16, 1)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loss = nn.BCEWithLogitsLoss()(model(x), 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804BD-6209-4CCB-B3C5-2830EC8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9FDF5-1BDC-48B1-94FE-EE6BF81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EA9BE-0507-43D9-BD87-76C3C516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Do not apply sigmoid twice.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20931-FCA5-40A8-81CD-3BD4D8CE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CC5DB-21AF-4453-921E-40AE93F2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floating targets for binary loss.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20D9E-BC45-4260-ADA5-7586A908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49C24-4E54-4129-ABC7-B6C09845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Check batch and class dimensions.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5C3A2-D0F5-4DE1-AAE9-96F45346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F6F60-BCFD-4631-B96B-64841A8C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93A6B-2288-4E76-9983-637908D6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20316-FC59-401D-9E58-C2C50058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716350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CA11E-30E9-4043-BA67-E6DDE036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FFDF0-C5C7-4EEF-8001-065416DB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small mismatches can stop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794C0-F107-4B5C-8E56-F505FEBE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D9F4A-BF7E-4673-9244-0EB4CD9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7820D-6DCC-4984-8A53-454CAB52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Linear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8343D-58E2-4E53-BD40-D405E1D0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Missing nonlinearities reduce depth to one affine 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DFF45-6771-46C4-BB4F-988E9644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D6923-A21C-4A9F-A369-DFFC0912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46934-815F-4D89-80DC-7ECEBF1E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Wrong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8C6F6-1225-41D5-8F67-9BAD0C56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Probabilities, logits, and target encoding are incompatible.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5945D-8470-4562-85FF-8C2B3C53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1BC0F-5B07-4435-AB1D-72A520B7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079C4-3715-4BA4-9C25-6646C67B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Bad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F80C1-5238-4C0D-8BE5-0C514438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Unscaled inputs push activations into saturation.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9407A-F234-45A1-849C-56C48716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958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A2C21-2B1B-4563-82C7-9203E411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961FF-A077-46EA-8056-EE80DC1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ABEEC-9592-44D3-9E92-07A4B76B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55226-66BB-49FE-A72F-26CCF41F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824592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C908F-D51F-4351-931C-0C64109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23018-A815-4E22-A5DD-01AF4984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the output and loss before writing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837EC-04F4-496F-9D7D-D36EAD58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FA581-AD24-434C-A517-76CFC302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Design final layers and losses for house-price regression, spam detection, and ten-class image recognition.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85DCC-34C2-45D2-8E89-67FE750A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051D0-6F28-496E-84FF-40939F16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Write the target shape.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35D7C-56F8-4886-8644-6707F8CA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64ED8-F1E7-4C51-A423-D1FD5C9F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Specify the final tensor shape.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5C002-A29A-4F52-AF86-8DBAEAC6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8984D-70A7-4BE9-9BAB-380B7828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Defend the loss and one metric.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A23D3-5FCE-46A4-A7F1-15B4E98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00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88C08-CF92-40D7-845F-5FA44E89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The answer should distinguish the training objective from the reporting metric.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1D22F-AC7B-417E-893E-3DB0048A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15144-0D48-4FA5-B012-B2CE5F04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1894F-5835-4FA8-9567-532751C4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84E75-20AB-4D90-A7B6-46212B41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1455167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9BCD1B-0703-4FB5-8391-ED2DC32A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342A9-EDAC-47CF-933A-2B8890D1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A32E2-BF2D-4DAC-AEF6-75228B0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5E874-75E2-4BE9-B960-263888E2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C4DDE-CC83-4DC6-B9EB-D4EAD02F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26056-5F5C-48F9-B963-BF46AFF4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Tensor shapes make architecture concrete.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9392B-126D-41A8-9E32-D9D15BD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4303F-53C5-42F0-85BC-B69149D4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7572A-EB00-4FFF-A843-7D657DD6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Nonlinearity gives depth its expressive power.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49F2F-C90A-4F1A-9312-356D263A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4A967-B413-440D-B9E7-1BE0355D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8FF68-3AA8-48E3-A2AD-CACC9935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Losses must consume the model's actual output representation.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1EE3C-A5B9-45BA-A52C-90B3BCB2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Affine layers become expressive only when nonlinear activations and task-compatible losses are composed correctly.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7BDB7-FA08-4E0B-A98F-F07D36E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3-5 | B2 Ch. 6 | B3 Ch. 4-5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BB811-A63C-4894-BD58-E220B27D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7EC11-DA8B-41EC-95D7-94BD590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28828-D2AC-43DA-A987-C1EAA316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6688114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294CC-2AC3-4312-941C-16202B17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8E44A-08E5-48EC-8325-3B06D38E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Affine layers become expressive only when nonlinear activations and task-compatible losses are composed correctly.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FD62C-43AC-40F0-8D99-7865E017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5F255-F465-4FD9-AA10-73E0D51E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1AB84-3A16-48F1-A010-57CB644F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cannot two affine layers without activation solve XOR?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14CA2-2550-4330-8DEE-2DFF22AF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78EAF-F4D6-4754-8549-660A3AA6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error results from applying softmax before cross-entropy?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70CB4-3867-44C0-A725-AA33C237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AB5ED-66DC-407D-ABCB-1E58A22C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9C30C-131A-43F7-A242-45216A68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ABD3D-EF2C-4D22-85C1-62CD0226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5C589-D123-4C72-A588-475DD825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815D0-0268-4BF7-B3DC-57E11B3F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85AB1-990D-4A86-B063-B526FBF0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C7393-4820-4AA7-A915-E34F8ABA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DA590-FEC2-49FC-AD88-AD6C5564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2 | MLPs, Activations, and Losses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608B9-45D3-4F0C-BB1E-2609DBB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770444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2026-07-12T22:11:10.5120000Z</dcterms:created>
  <dcterms:modified xsi:type="dcterms:W3CDTF">2026-07-12T22:11:10.5120000Z</dcterms:modified>
</coreProperties>
</file>