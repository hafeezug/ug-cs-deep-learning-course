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64da5a496d4dbe" /><Relationship Type="http://schemas.openxmlformats.org/officeDocument/2006/relationships/extended-properties" Target="/docProps/app.xml" Id="R0b6cfe1cd7444edd" /><Relationship Type="http://schemas.openxmlformats.org/officeDocument/2006/relationships/officeDocument" Target="/ppt/presentation.xml" Id="Rb52322e0c7e745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a9e235acc04d2c"/>
  </p:sldMasterIdLst>
  <p:notesMasterIdLst>
    <p:notesMasterId xmlns:r="http://schemas.openxmlformats.org/officeDocument/2006/relationships" r:id="Rf86b4fadc9d34620"/>
  </p:notesMasterIdLst>
  <p:sldIdLst>
    <p:sldId xmlns:r="http://schemas.openxmlformats.org/officeDocument/2006/relationships" id="256" r:id="Rd712828758aa4ef4"/>
    <p:sldId xmlns:r="http://schemas.openxmlformats.org/officeDocument/2006/relationships" id="257" r:id="R6b4af22d4d8a4616"/>
    <p:sldId xmlns:r="http://schemas.openxmlformats.org/officeDocument/2006/relationships" id="258" r:id="Rdd74afb770ed4b9b"/>
    <p:sldId xmlns:r="http://schemas.openxmlformats.org/officeDocument/2006/relationships" id="259" r:id="R9f09e149a7e6488f"/>
    <p:sldId xmlns:r="http://schemas.openxmlformats.org/officeDocument/2006/relationships" id="260" r:id="R7dd6e98025684ed8"/>
    <p:sldId xmlns:r="http://schemas.openxmlformats.org/officeDocument/2006/relationships" id="261" r:id="Rbb63bee71c684ea3"/>
    <p:sldId xmlns:r="http://schemas.openxmlformats.org/officeDocument/2006/relationships" id="262" r:id="R13d9908fd72c4fcf"/>
    <p:sldId xmlns:r="http://schemas.openxmlformats.org/officeDocument/2006/relationships" id="263" r:id="Ra3a5606ddcde4707"/>
    <p:sldId xmlns:r="http://schemas.openxmlformats.org/officeDocument/2006/relationships" id="264" r:id="Rb021e3f6b62d477c"/>
    <p:sldId xmlns:r="http://schemas.openxmlformats.org/officeDocument/2006/relationships" id="265" r:id="R94c245188cd6437a"/>
    <p:sldId xmlns:r="http://schemas.openxmlformats.org/officeDocument/2006/relationships" id="266" r:id="Rb92507baf2404bf2"/>
    <p:sldId xmlns:r="http://schemas.openxmlformats.org/officeDocument/2006/relationships" id="267" r:id="Reec9f5c9fcaf49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2f6429df2c4a27" /><Relationship Type="http://schemas.openxmlformats.org/officeDocument/2006/relationships/slideMaster" Target="/ppt/slideMasters/slideMaster1.xml" Id="R39a9e235acc04d2c" /><Relationship Type="http://schemas.openxmlformats.org/officeDocument/2006/relationships/notesMaster" Target="/ppt/notesMasters/notesMaster1.xml" Id="Rf86b4fadc9d34620" /><Relationship Type="http://schemas.openxmlformats.org/officeDocument/2006/relationships/presProps" Target="/ppt/presProps.xml" Id="R705c874f591740d4" /><Relationship Type="http://schemas.openxmlformats.org/officeDocument/2006/relationships/tableStyles" Target="/ppt/tableStyles.xml" Id="R01f43873c6624a48" /><Relationship Type="http://schemas.openxmlformats.org/officeDocument/2006/relationships/slide" Target="/ppt/slides/slide1.xml" Id="Rd712828758aa4ef4" /><Relationship Type="http://schemas.openxmlformats.org/officeDocument/2006/relationships/slide" Target="/ppt/slides/slide2.xml" Id="R6b4af22d4d8a4616" /><Relationship Type="http://schemas.openxmlformats.org/officeDocument/2006/relationships/slide" Target="/ppt/slides/slide3.xml" Id="Rdd74afb770ed4b9b" /><Relationship Type="http://schemas.openxmlformats.org/officeDocument/2006/relationships/slide" Target="/ppt/slides/slide4.xml" Id="R9f09e149a7e6488f" /><Relationship Type="http://schemas.openxmlformats.org/officeDocument/2006/relationships/slide" Target="/ppt/slides/slide5.xml" Id="R7dd6e98025684ed8" /><Relationship Type="http://schemas.openxmlformats.org/officeDocument/2006/relationships/slide" Target="/ppt/slides/slide6.xml" Id="Rbb63bee71c684ea3" /><Relationship Type="http://schemas.openxmlformats.org/officeDocument/2006/relationships/slide" Target="/ppt/slides/slide7.xml" Id="R13d9908fd72c4fcf" /><Relationship Type="http://schemas.openxmlformats.org/officeDocument/2006/relationships/slide" Target="/ppt/slides/slide8.xml" Id="Ra3a5606ddcde4707" /><Relationship Type="http://schemas.openxmlformats.org/officeDocument/2006/relationships/slide" Target="/ppt/slides/slide9.xml" Id="Rb021e3f6b62d477c" /><Relationship Type="http://schemas.openxmlformats.org/officeDocument/2006/relationships/slide" Target="/ppt/slides/slide10.xml" Id="R94c245188cd6437a" /><Relationship Type="http://schemas.openxmlformats.org/officeDocument/2006/relationships/slide" Target="/ppt/slides/slide11.xml" Id="Rb92507baf2404bf2" /><Relationship Type="http://schemas.openxmlformats.org/officeDocument/2006/relationships/slide" Target="/ppt/slides/slide12.xml" Id="Reec9f5c9fcaf49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2cf8cd9af946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045e18b80d4432" /><Relationship Type="http://schemas.openxmlformats.org/officeDocument/2006/relationships/notesMaster" Target="/ppt/notesMasters/notesMaster1.xml" Id="Rb9e7f5a668ad43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ee81b3d6964eaf" /><Relationship Type="http://schemas.openxmlformats.org/officeDocument/2006/relationships/notesMaster" Target="/ppt/notesMasters/notesMaster1.xml" Id="R027afba530b74b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d1794763b04c29" /><Relationship Type="http://schemas.openxmlformats.org/officeDocument/2006/relationships/notesMaster" Target="/ppt/notesMasters/notesMaster1.xml" Id="R22fd0d15da4449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ca4494b4cc451e" /><Relationship Type="http://schemas.openxmlformats.org/officeDocument/2006/relationships/notesMaster" Target="/ppt/notesMasters/notesMaster1.xml" Id="R72fd970d844544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f9cb57efde4b9f" /><Relationship Type="http://schemas.openxmlformats.org/officeDocument/2006/relationships/notesMaster" Target="/ppt/notesMasters/notesMaster1.xml" Id="Raf02396c46ae42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a8dd67dd0040b0" /><Relationship Type="http://schemas.openxmlformats.org/officeDocument/2006/relationships/notesMaster" Target="/ppt/notesMasters/notesMaster1.xml" Id="R8f394e40b0dc40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2d6b727c664b53" /><Relationship Type="http://schemas.openxmlformats.org/officeDocument/2006/relationships/notesMaster" Target="/ppt/notesMasters/notesMaster1.xml" Id="Rbcecf672684a42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7300ab75d949b0" /><Relationship Type="http://schemas.openxmlformats.org/officeDocument/2006/relationships/notesMaster" Target="/ppt/notesMasters/notesMaster1.xml" Id="Rdd67c5590e334f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04a5b189714138" /><Relationship Type="http://schemas.openxmlformats.org/officeDocument/2006/relationships/notesMaster" Target="/ppt/notesMasters/notesMaster1.xml" Id="R495f53639f264e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ebca066f144812" /><Relationship Type="http://schemas.openxmlformats.org/officeDocument/2006/relationships/notesMaster" Target="/ppt/notesMasters/notesMaster1.xml" Id="Rc491aead324c48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a99e84ab564e67" /><Relationship Type="http://schemas.openxmlformats.org/officeDocument/2006/relationships/notesMaster" Target="/ppt/notesMasters/notesMaster1.xml" Id="R18e0b541d4834f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be5e26a62146c7" /><Relationship Type="http://schemas.openxmlformats.org/officeDocument/2006/relationships/notesMaster" Target="/ppt/notesMasters/notesMaster1.xml" Id="R5763e433673b49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0d552cadb4c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e4e3b0821c4f89" /><Relationship Type="http://schemas.openxmlformats.org/officeDocument/2006/relationships/slideLayout" Target="/ppt/slideLayouts/slideLayout1.xml" Id="R89b411e9a2a64b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b411e9a2a64b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a4c346af24479" /><Relationship Type="http://schemas.openxmlformats.org/officeDocument/2006/relationships/notesSlide" Target="/ppt/notesSlides/notesSlide1.xml" Id="Rc2a925689c2c4c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e9be8e3064a19" /><Relationship Type="http://schemas.openxmlformats.org/officeDocument/2006/relationships/notesSlide" Target="/ppt/notesSlides/notesSlide2.xml" Id="R4d9126779c064e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627f260ed4e2a" /><Relationship Type="http://schemas.openxmlformats.org/officeDocument/2006/relationships/notesSlide" Target="/ppt/notesSlides/notesSlide3.xml" Id="R05f4e368d25342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5b8d60cd04291" /><Relationship Type="http://schemas.openxmlformats.org/officeDocument/2006/relationships/notesSlide" Target="/ppt/notesSlides/notesSlide4.xml" Id="R92e12c70e52948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23da66b3f4812" /><Relationship Type="http://schemas.openxmlformats.org/officeDocument/2006/relationships/notesSlide" Target="/ppt/notesSlides/notesSlide5.xml" Id="R109a97f78ed04e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9f21eb09b4b11" /><Relationship Type="http://schemas.openxmlformats.org/officeDocument/2006/relationships/notesSlide" Target="/ppt/notesSlides/notesSlide6.xml" Id="R4c95672f31fd4c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5e2a8e7024ec3" /><Relationship Type="http://schemas.openxmlformats.org/officeDocument/2006/relationships/notesSlide" Target="/ppt/notesSlides/notesSlide7.xml" Id="R3fc92bb242d545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f0a2b912f4677" /><Relationship Type="http://schemas.openxmlformats.org/officeDocument/2006/relationships/notesSlide" Target="/ppt/notesSlides/notesSlide8.xml" Id="R489243338a9241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8d01cb8db4568" /><Relationship Type="http://schemas.openxmlformats.org/officeDocument/2006/relationships/notesSlide" Target="/ppt/notesSlides/notesSlide9.xml" Id="Rda2bcae9f7024d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5a369363b461f" /><Relationship Type="http://schemas.openxmlformats.org/officeDocument/2006/relationships/notesSlide" Target="/ppt/notesSlides/notesSlide10.xml" Id="R58a056b2197249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5a96df1ff456d" /><Relationship Type="http://schemas.openxmlformats.org/officeDocument/2006/relationships/notesSlide" Target="/ppt/notesSlides/notesSlide11.xml" Id="Re3fb8504f02d4f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58236f0a94b23" /><Relationship Type="http://schemas.openxmlformats.org/officeDocument/2006/relationships/notesSlide" Target="/ppt/notesSlides/notesSlide12.xml" Id="R946eaf37cfda47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B5D8F4-24DB-4F78-BA9E-27E7D74F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13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2B6A6-5951-49A9-A190-59DC8866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Diffusion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02FD3-B8AF-49D1-B020-8580FFFA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Diffusion models learn to reverse a controlled noising process, trading slow iterative sampling for stable training and broad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FD6EB-8504-4F73-9928-2FA2D0E9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B1ED3-1AFB-4A98-B89E-4FF4051C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0DC5A-B420-4254-B2F1-3D4302F2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051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7E4FD-B479-4054-9A4A-EC80AA2A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051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3571F-1495-48EB-98AC-100785CB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9051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057AC-7BD3-4889-8EF1-84F29AB0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62225"/>
            <a:ext cx="809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Clean x0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85B51-6D19-41B8-A465-AC9E6897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62225"/>
            <a:ext cx="809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Add noise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D0E68-0B8E-4B79-AE52-975DCE18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62225"/>
            <a:ext cx="809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Noisy x_T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83DCC-CC6A-4B9C-B66C-27AFD0DE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62225"/>
            <a:ext cx="809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Denoise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A3A25-0642-4C9C-9EF1-C14DE625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562225"/>
            <a:ext cx="809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FCDF5-C54D-47DD-8547-DE4889A7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33925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Generation iterates the learned reverse step:  T → ... → 1 →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576C7-C227-41DF-855F-3387FA50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4A2D0-0160-4C69-BF52-9E6BF75D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18 | B5 Ch. 8 and 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12794-C631-437C-8B1A-2E2F0300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F2B67-0852-421A-9A6F-59333520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13 | Diffusion Models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403BA-7B1B-431A-BB12-3E36BA83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3844618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AFF7E4-03DA-4154-9BE3-C66088F9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19590-5C68-49DF-B2D8-C20DF940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DF23E-00E1-447F-BB48-43CD8F20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E69B0-DF73-4867-AE39-D72E52E9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BE34C-3ADD-4276-AD3C-883E9D66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forward noising and learned reverse denoising.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F6517-F518-48E2-B79A-02A61424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C4288-B31D-43A5-A6F7-C03F8C44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AFD27-462F-4263-A07C-C3404FBF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Relate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0EB24-F696-45F7-8283-185AD88F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Relate noise schedules, timestep conditioning, and noise prediction.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F8B9F-9A1C-4D39-BC46-9066C2BA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F3784-40D2-48A2-A351-4232AB37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51F5D-FFED-4E0A-9517-6AF1E574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BDAC1-9D5A-48C2-8420-05CF38D6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 pixel-space, latent, and accelerated sampling strategies.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0D69E-683B-47BD-96AE-57985377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FF433-C0CC-417A-B3D6-9988DBA5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6D4B5-8A06-4927-B4AE-AED5619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7C6EE-FEDA-48FE-BCBA-B27A027D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Generation becomes a sequence of denoising decisions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43BAA-424C-407C-86D6-CBE0BC36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ABAF0-1D3B-411B-820A-8CD2EC4C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Forward noising creates a supervised target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B75D5-15BE-4C0E-9573-02FBF9F4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F2BB5-BCB7-45D4-A67E-F03C3240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single noising equation connects clean data to any timestep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691BF-2630-4381-84DA-73ABAF5A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3C86C-5A82-4A83-8B4C-67801E31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Conditioning steers denoising without changing its core mechanism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0E87E-3EF9-43F9-B72F-C3F87B26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A5B8B5-E25D-4A48-B80C-242DFFF7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Diffusion changes the generative trade-off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66192-6BE7-46A0-844F-EE28B922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260317-A519-469C-ABAD-ED5445C6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Reason through the denoising trajectory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66640A-03C2-4E9B-BB7B-BE8CC3DE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18 | B5 Ch. 8 and 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76737E-C289-497C-BCEC-BCDD2365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E5130A-30EE-411D-B0EC-6EFCF084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13 | Diffusion Models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571E95-B4E6-4ED9-835B-0D32D5BD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2105489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AC7295-A912-47C5-8142-1ED2A54D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6527E-7295-40A9-B1D3-D05F6397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Generation becomes a sequence of denoising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10502-E1E6-4ADF-9133-71B31951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358C6-127A-456D-9377-D832BBD1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956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AA5EA-7AC6-4428-8EBD-F9E3521A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956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081E9-199E-407E-B118-E96273E2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956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BB1F1-116C-47C3-A679-65D6F9EF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956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83991-F1A3-4738-9DEA-DB196348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752725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Clean x0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53E5E-75C2-4D45-A36C-2111989A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52725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Forward noising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D43B4-BB7D-430D-ADDC-498EBA92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752725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Noisy x_T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3010D-0B35-4333-9955-48AFE020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52725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Denoise step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72D40-15C2-4650-AF20-7FF4DA30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52725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Repeat to x0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A5B1D-053F-4013-BFA3-7357B7CD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7175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Generation iterates the learned reverse step:  T → ... → 1 →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E4353-163C-45C6-9BE0-71E85F56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forward process is known; learning focuses on predicting how to move noisy samples toward the data distribution.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09613-B0B2-48E0-8F89-B0DC22EB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3C995-2998-460E-A4AA-FB596A93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18 | B5 Ch. 8 and 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85B8B-B93B-4FE0-925B-3F999715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5E884B-450F-4C35-91C5-DB0E893B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13 | Diffusion Models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5AE4B-1CEA-4D23-8B12-A121CC43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063890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DFA463-9442-417A-95D6-9BE3097E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9CCD4-4B1A-4C67-9520-978C9D5F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Forward noising creates a supervised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A4245-4981-479B-83D9-BBF1407A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schedule gradually mixes data with Gaussian noise.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At each timestep, a noisy sample can be produced directly from x0.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model learns to predict noise, clean data, or a related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B37EA-0982-403D-8661-8D81B29B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2382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89B00-B9AF-4A46-98D4-A182381C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6479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1E7C2-142D-466B-9AB8-F5E9DDBB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EA343-DEB7-4117-B563-28FDCDEE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479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BFE10-F28B-4801-9BC2-EC6AFD88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479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25E7F-E1C3-4938-8DEB-19235A18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8858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Clean x0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AFF55-769D-44E3-8C7D-1AFBA4DE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305050"/>
            <a:ext cx="8858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+ noise /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ADEA8-3A21-4DC7-B2BA-93A8E6D6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05050"/>
            <a:ext cx="8858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Noisy x_t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B0289-765E-49C5-A012-7AB4994C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05050"/>
            <a:ext cx="8858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Predict 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B576D-FC57-4ACA-AE4A-BDA71F2C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05050"/>
            <a:ext cx="8858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61018-A2BE-455C-8BBD-FA252BFC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5114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Supervision is the known noise added at a sampled timestep.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49F0C-44C2-4097-8AE7-64E105B0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Diffusion models learn to reverse a controlled noising process, trading slow iterative sampling for stable training and broad coverage.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13E98-C44C-40CB-9062-D7432ECF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18 | B5 Ch. 8 and 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E0ED6-8A47-4B8E-8807-17C4ED26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7B331-A449-48DC-9A4A-08926963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13 | Diffusion Models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4BBF5-8F07-461F-A991-FB01E6CA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704266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A63699-AB38-4C51-A1B6-D4AC45A7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06335-709D-4D7D-BA41-B06FE27E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single noising equation connects clean data to any timestep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9C079-E742-4FF9-9831-F905E02B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17F0B-2EE3-49A8-BB92-D4F45AD3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If alpha_bar_t = 0.64, how much clean signal and noise enter x_t?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F5706-6F24-4CCE-A92F-208EDC64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F53F5-F295-4F10-BE9A-8824BD22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Clean coefficient is sqrt(0.64) = 0.8.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C4192-84F9-4C40-9B36-4C217F20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140B5-A0A4-4461-8754-D4F343DE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Noise coefficient is sqrt(1-0.64) = 0.6.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76BA5-4DEF-4C52-A029-2D93293C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4B9DB-9B59-409C-9180-381A7F48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So x_t = 0.8*x0 + 0.6*epsilon.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9A700-CA7C-4A42-9E78-010D07A2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C94D1-72EB-4A17-86D3-0F2C6228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4A90B-D8A4-448C-BDE6-6B67DC6F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coefficients control signal-to-noise ratio and the difficulty assigned to each timestep.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3CD57-D6DD-4311-87D5-5220A8FA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18 | B5 Ch. 8 and 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C477D-5B31-4813-B1E5-630A6D98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C857A-D54B-4B21-A0F5-BA8DCC28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13 | Diffusion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D0FF2-B9DE-44DC-BED5-650DCB9C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448123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898913-7FE1-4BE7-8FB6-492D6F56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83072-D5D6-438C-A486-AA0C16F7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Conditioning steers denoising without changing its core 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65179-E297-430A-BE46-9CDEAA35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Timestep embeddings tell the model the current noise level.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Text or class embeddings guide the denoising trajectory.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Latent diffusion performs the expensive process in a compressed 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D013B-EB6F-4B8E-BD13-26FAC674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B81A1-BAA7-4F44-A2EE-8B176F86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D4F73-E9BB-4E07-9869-C4181322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FC896-8F4B-4D34-9E9E-C5973EF1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Sample noise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A3482-CAC8-4564-8029-B3D5864C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E47DC-6632-4467-8B0D-9685327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E169F-315D-46BC-9FE2-3A9F4663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Predict denoising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95CAB-4ED6-4E43-BCC2-B5787EA1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601BB-0172-4D9C-BBCA-CFD6BB68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D8714-F9F9-443F-8F72-CEEC7AA9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Repeat with conditioning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6F514-0426-45FF-A331-6A7D6320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4E41D-934E-4B5A-9A90-ED539E50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18 | B5 Ch. 8 and 13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768D4-78BC-4ECB-B9DD-E1083E86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F4043-600D-4262-9821-ECE6FCD7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13 | Diffusion Models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3A0EC-93E1-4400-B9A4-C073D7C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651761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990CD4-3F14-4790-B608-3C114B8F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8D8CE-F11D-46FC-B58C-06C7878E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Diffusion changes the generative trade-off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29CAC-CF4B-4F66-B9B3-AE43D089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Training is often more stable than GAN training, but sampling requires many model evaluations unless accelerated.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A2CA5-5E33-4622-948D-47B80231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D4F98-179E-4D42-99F5-62461A47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Pixel-space diffusion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35F82-1E98-4546-B68E-7954DF5A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Directly models image pixels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High memory and compute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Simple conceptual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38784-C1F6-4384-B659-1EF38702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05F86-95B1-4B1C-94D0-8819BFCF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Latent diffusion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89BCE-1F6B-4EBD-A166-5A2CA40E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908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Denoises compressed representations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Lower spatial cost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Depends on encoder-decoder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56F7A-9E1C-43F7-BF15-694DD3DF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18 | B5 Ch. 8 and 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9C496-6BAD-4A53-B52E-B5D142C7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DE19D-7E0E-4097-B353-ECC763A6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13 | Diffusion 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C396A-35B0-4198-99B2-1C6055DC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427246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09898D-3A7A-4C30-A518-E680B232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8CDF9-CD2A-4EA7-B99F-7CA84DCE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Train at random timesteps; sample across the schedule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A7CF6-71A7-4DA6-9450-AE262B60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A78D9-B71D-43C2-A738-2EEA30E5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t = randint(0, T, (batch,))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noise = torch.randn_like(x0)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xt = add_noise(x0, noise, t)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pred = model(xt, t, condition)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loss = mse(pred, noise)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59881-0AB5-4000-8C38-8195830C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047D3-3770-4786-A54D-CE89C6F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47F58-EC58-4155-AC24-1DC14F05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Verify schedule bounds.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3F9E9-ABAA-4784-8B99-B54BE96F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3D9E2-70E5-4CF3-9798-B6C6C69D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Condition the model on 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1B831-EAFA-4A08-95B4-F1A76C31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7EB91-DB5A-431C-B0F5-264AB324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 sample steps and quality.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641FA-0F26-4ECA-8B41-09918E1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18 | B5 Ch. 8 and 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52EC9-FAE9-44F3-AAAB-30FAAA01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DF215-86C0-43EF-942D-1F430DD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13 | Diffusion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6500C-8605-4586-852E-9748CDC5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340563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246D1B-7B38-41F4-B7AA-6D054D4B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1F9D9-9C1A-4347-9809-3EBBE970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denoiser can fail even when average MSE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FC065-1BB8-47D4-9C43-00AE587B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18A77-E6FA-45C0-8501-1BA273DE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67270-F737-4487-B522-AA59F4F5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Schedule imbalance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5693A-A518-46E3-BFFB-A6509EF9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Some noise levels dominate training or remain poorly learned.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D1A1A-DD3E-4A7B-A9AA-61CAF29F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CD1B4-F240-4840-82F4-668ED191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F1C50-81B9-4CBE-A2F2-3CBCBD77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Sampling drift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01D2B-B6A1-4CAF-92AC-8BD7F03A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Reverse-step errors accumulate over many iterations.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FE16D-D8C8-4ED3-A739-70BA8154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848D3-FCE9-494B-A17F-368412CC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3DD2C-789C-47E4-BFDA-13F4FDBE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Condition mismatch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69583-485C-4E95-8991-0D4F591F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Guidance improves prompt fit while reducing diversity or stability.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467ED-DB58-4D00-9B8C-A0E2309C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26BFD-05D6-4E91-B770-260379E0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18 | B5 Ch. 8 and 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DBF85-2B69-49F4-8023-A4E3D72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D3723-2506-4B11-80B3-6E5C4312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13 | Diffusion Models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948D0-3F8F-47FF-91D9-125B1E66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738346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412C3C-5D38-46C9-AF4F-510FEDE0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E71B0-639C-4306-BDBE-8CCC1A76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Reason through the denoising trajectory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2C586-D5EB-442A-B725-D603A22B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1889F-6FEB-44D6-BBA5-1DC152AB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Order signal levels 100%, 80%, 50%, 20%, 5%, and 0% from clean to noisy; then predict which features should reappear first during denoising.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66A42-F33A-457A-8D7F-6ACA9C63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1911D-30BF-42A5-A84A-F59871CC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Estimate signal-to-noise ratio.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EA4EC-BCD6-479D-AD95-ED176C9A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39170-7456-420F-A950-98346A7A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Name coarse-to-fine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77D92-574C-42D8-9989-774B8DF7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160F3-B5B3-4D5F-90B1-47F56EEE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Predict one failure mode.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392E3-16CB-4DC8-8C29-B4283592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682D7-6D29-4CBE-B626-966F0090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The explanation should connect timestep, uncertainty, and visible structure.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9797F-22BF-40FC-BA63-EFC14677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18 | B5 Ch. 8 and 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BDD18-1EEC-4AB0-83F9-71CF6B0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437C5-D91B-4F01-B931-CC051EC9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13 | Diffusion Models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DFEB3-03FE-4DD7-BE1B-B8820A49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8971773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94B3D3-DEC1-4495-AF55-C5DDA154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667AE-4054-47D6-93D1-431DEB03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2FDBE-213E-4FC0-AFA3-6DE2D9E1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7B9FE-C10C-493A-BE2D-8F80A190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0E533-F3D5-4465-ACF3-6E384D3A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9CC20-6E92-4D3E-B471-CA67BAC2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Forward corruption creates a tractable denoising objective.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21F93-96D9-4432-9BA9-336401A0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70135-AD3D-4927-A8B1-B854FD2D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09101-E4CA-481B-B839-5DBBF9D5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Timestep and condition embeddings guide every reverse step.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A87BE-6061-43F3-87D1-AECBD78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FC359-6A6A-4FB6-8DA5-B976B014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715A3-E701-4522-8306-97EEBCFF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Latent and accelerated methods trade compute against fidelity.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00D0C-CDDA-4E9B-9723-7E9055B3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Diffusion models learn to reverse a controlled noising process, trading slow iterative sampling for stable training and broad coverage.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58538-E7B8-472A-BB8E-0842CAE9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18 | B5 Ch. 8 and 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A7550-D08D-4DBD-B9D4-C3787526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455C9-EF0F-409D-ABD9-FBFE9391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13 | Diffusion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FFDF2-E843-482E-A607-F00BA797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6336554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85A11C-3E26-44BE-8481-C5276D3E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9A6E8-5459-4752-8966-80758EB0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Diffusion models learn to reverse a controlled noising process, trading slow iterative sampling for stable training and broad coverage.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808AD-E180-4D38-8DB8-58376D04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E756A-CFC3-4143-BEC9-AF091F4B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9D459-BFEF-4FAC-AFC3-EE46715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is diffusion training usually more stable than a GAN game?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36506-944A-40C8-801B-0119FF8C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5C17B-01B9-4327-8FB3-196E9C0F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does latent diffusion save, and what new dependency does it add?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D62F2-017E-4628-8562-E8D143B4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C1838-A7AB-4801-BF8A-F379BC6A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5A0A4-4F2C-4243-B191-0B958452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0B9A3-80F1-4BF8-B9E9-D8799E9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67859-E584-4CB9-BEC6-59C97328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Foster, Generative Deep Learning, 2nd ed. (O'Reilly Media, 2023)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9D41B-5CDF-4D04-815F-83F779B6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EAFD5-9E04-417D-94D0-4E06AE3A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13 | Diffusion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842E9-9BE5-4881-9786-0F5C02F4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220399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2026-07-12T22:12:15.7590000Z</dcterms:created>
  <dcterms:modified xsi:type="dcterms:W3CDTF">2026-07-12T22:12:15.7590000Z</dcterms:modified>
</coreProperties>
</file>