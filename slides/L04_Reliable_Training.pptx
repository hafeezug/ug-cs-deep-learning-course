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c80d93d4b42a3" /><Relationship Type="http://schemas.openxmlformats.org/officeDocument/2006/relationships/extended-properties" Target="/docProps/app.xml" Id="R5edd451c57d84346" /><Relationship Type="http://schemas.openxmlformats.org/officeDocument/2006/relationships/officeDocument" Target="/ppt/presentation.xml" Id="Rae9d0ba6bc8e45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1bd777556b43cf"/>
  </p:sldMasterIdLst>
  <p:notesMasterIdLst>
    <p:notesMasterId xmlns:r="http://schemas.openxmlformats.org/officeDocument/2006/relationships" r:id="Rc113231454de4766"/>
  </p:notesMasterIdLst>
  <p:sldIdLst>
    <p:sldId xmlns:r="http://schemas.openxmlformats.org/officeDocument/2006/relationships" id="256" r:id="Rce4c4d5b192b4611"/>
    <p:sldId xmlns:r="http://schemas.openxmlformats.org/officeDocument/2006/relationships" id="257" r:id="R1d290a35069d4753"/>
    <p:sldId xmlns:r="http://schemas.openxmlformats.org/officeDocument/2006/relationships" id="258" r:id="R23f48bb1c0814d50"/>
    <p:sldId xmlns:r="http://schemas.openxmlformats.org/officeDocument/2006/relationships" id="259" r:id="R87134c92eafe43df"/>
    <p:sldId xmlns:r="http://schemas.openxmlformats.org/officeDocument/2006/relationships" id="260" r:id="R71c337a752254a73"/>
    <p:sldId xmlns:r="http://schemas.openxmlformats.org/officeDocument/2006/relationships" id="261" r:id="Re46839aea87d4dcc"/>
    <p:sldId xmlns:r="http://schemas.openxmlformats.org/officeDocument/2006/relationships" id="262" r:id="Redc475a8ec354a8c"/>
    <p:sldId xmlns:r="http://schemas.openxmlformats.org/officeDocument/2006/relationships" id="263" r:id="Rc8985a285ba04340"/>
    <p:sldId xmlns:r="http://schemas.openxmlformats.org/officeDocument/2006/relationships" id="264" r:id="Rdb9bb4c00df64418"/>
    <p:sldId xmlns:r="http://schemas.openxmlformats.org/officeDocument/2006/relationships" id="265" r:id="Rfaa05c79b5e441d5"/>
    <p:sldId xmlns:r="http://schemas.openxmlformats.org/officeDocument/2006/relationships" id="266" r:id="R8484f3b7c4d84a77"/>
    <p:sldId xmlns:r="http://schemas.openxmlformats.org/officeDocument/2006/relationships" id="267" r:id="Rb67ad036c25f47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460dd5b5e14254" /><Relationship Type="http://schemas.openxmlformats.org/officeDocument/2006/relationships/slideMaster" Target="/ppt/slideMasters/slideMaster1.xml" Id="R5a1bd777556b43cf" /><Relationship Type="http://schemas.openxmlformats.org/officeDocument/2006/relationships/notesMaster" Target="/ppt/notesMasters/notesMaster1.xml" Id="Rc113231454de4766" /><Relationship Type="http://schemas.openxmlformats.org/officeDocument/2006/relationships/presProps" Target="/ppt/presProps.xml" Id="R6e110b132fa74afc" /><Relationship Type="http://schemas.openxmlformats.org/officeDocument/2006/relationships/tableStyles" Target="/ppt/tableStyles.xml" Id="R1641ae9c148340f0" /><Relationship Type="http://schemas.openxmlformats.org/officeDocument/2006/relationships/slide" Target="/ppt/slides/slide1.xml" Id="Rce4c4d5b192b4611" /><Relationship Type="http://schemas.openxmlformats.org/officeDocument/2006/relationships/slide" Target="/ppt/slides/slide2.xml" Id="R1d290a35069d4753" /><Relationship Type="http://schemas.openxmlformats.org/officeDocument/2006/relationships/slide" Target="/ppt/slides/slide3.xml" Id="R23f48bb1c0814d50" /><Relationship Type="http://schemas.openxmlformats.org/officeDocument/2006/relationships/slide" Target="/ppt/slides/slide4.xml" Id="R87134c92eafe43df" /><Relationship Type="http://schemas.openxmlformats.org/officeDocument/2006/relationships/slide" Target="/ppt/slides/slide5.xml" Id="R71c337a752254a73" /><Relationship Type="http://schemas.openxmlformats.org/officeDocument/2006/relationships/slide" Target="/ppt/slides/slide6.xml" Id="Re46839aea87d4dcc" /><Relationship Type="http://schemas.openxmlformats.org/officeDocument/2006/relationships/slide" Target="/ppt/slides/slide7.xml" Id="Redc475a8ec354a8c" /><Relationship Type="http://schemas.openxmlformats.org/officeDocument/2006/relationships/slide" Target="/ppt/slides/slide8.xml" Id="Rc8985a285ba04340" /><Relationship Type="http://schemas.openxmlformats.org/officeDocument/2006/relationships/slide" Target="/ppt/slides/slide9.xml" Id="Rdb9bb4c00df64418" /><Relationship Type="http://schemas.openxmlformats.org/officeDocument/2006/relationships/slide" Target="/ppt/slides/slide10.xml" Id="Rfaa05c79b5e441d5" /><Relationship Type="http://schemas.openxmlformats.org/officeDocument/2006/relationships/slide" Target="/ppt/slides/slide11.xml" Id="R8484f3b7c4d84a77" /><Relationship Type="http://schemas.openxmlformats.org/officeDocument/2006/relationships/slide" Target="/ppt/slides/slide12.xml" Id="Rb67ad036c25f47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b2d3c0be0c4a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29f546649e44ce" /><Relationship Type="http://schemas.openxmlformats.org/officeDocument/2006/relationships/notesMaster" Target="/ppt/notesMasters/notesMaster1.xml" Id="Re5f60f6004d446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a223e661bb4d2a" /><Relationship Type="http://schemas.openxmlformats.org/officeDocument/2006/relationships/notesMaster" Target="/ppt/notesMasters/notesMaster1.xml" Id="R970e8ac8e99640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c4b79d739e40b2" /><Relationship Type="http://schemas.openxmlformats.org/officeDocument/2006/relationships/notesMaster" Target="/ppt/notesMasters/notesMaster1.xml" Id="Rb1b66a6466034e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3176c31d9042d1" /><Relationship Type="http://schemas.openxmlformats.org/officeDocument/2006/relationships/notesMaster" Target="/ppt/notesMasters/notesMaster1.xml" Id="R05adb002fd2d4f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2ed1cd7b034d1f" /><Relationship Type="http://schemas.openxmlformats.org/officeDocument/2006/relationships/notesMaster" Target="/ppt/notesMasters/notesMaster1.xml" Id="R4d06b66c88fb42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ee3ab46874483a" /><Relationship Type="http://schemas.openxmlformats.org/officeDocument/2006/relationships/notesMaster" Target="/ppt/notesMasters/notesMaster1.xml" Id="R43ad4db3c64f48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4b73405d794bb2" /><Relationship Type="http://schemas.openxmlformats.org/officeDocument/2006/relationships/notesMaster" Target="/ppt/notesMasters/notesMaster1.xml" Id="Rd825b990ec9044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7bc868c1c64e6d" /><Relationship Type="http://schemas.openxmlformats.org/officeDocument/2006/relationships/notesMaster" Target="/ppt/notesMasters/notesMaster1.xml" Id="Raba02b2db8864a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919e028386431d" /><Relationship Type="http://schemas.openxmlformats.org/officeDocument/2006/relationships/notesMaster" Target="/ppt/notesMasters/notesMaster1.xml" Id="R425d57f59dc642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8046d8d43e47ba" /><Relationship Type="http://schemas.openxmlformats.org/officeDocument/2006/relationships/notesMaster" Target="/ppt/notesMasters/notesMaster1.xml" Id="R297965f8525948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6ab22b4bb04f8e" /><Relationship Type="http://schemas.openxmlformats.org/officeDocument/2006/relationships/notesMaster" Target="/ppt/notesMasters/notesMaster1.xml" Id="R8c1fed81adbf43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d0237ab96447ea" /><Relationship Type="http://schemas.openxmlformats.org/officeDocument/2006/relationships/notesMaster" Target="/ppt/notesMasters/notesMaster1.xml" Id="R2302f13f084946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036462ee947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a59bb62a234916" /><Relationship Type="http://schemas.openxmlformats.org/officeDocument/2006/relationships/slideLayout" Target="/ppt/slideLayouts/slideLayout1.xml" Id="R7059059bb94949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59059bb94949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f620d3a1e403a" /><Relationship Type="http://schemas.openxmlformats.org/officeDocument/2006/relationships/notesSlide" Target="/ppt/notesSlides/notesSlide1.xml" Id="R07ec7609295641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86a65a2cf47f8" /><Relationship Type="http://schemas.openxmlformats.org/officeDocument/2006/relationships/notesSlide" Target="/ppt/notesSlides/notesSlide2.xml" Id="Rdad3da1f158b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a7d61f9eb4674" /><Relationship Type="http://schemas.openxmlformats.org/officeDocument/2006/relationships/notesSlide" Target="/ppt/notesSlides/notesSlide3.xml" Id="R764027cde7d844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feabe90564551" /><Relationship Type="http://schemas.openxmlformats.org/officeDocument/2006/relationships/notesSlide" Target="/ppt/notesSlides/notesSlide4.xml" Id="Rcba5124c5cf944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107245acc45bb" /><Relationship Type="http://schemas.openxmlformats.org/officeDocument/2006/relationships/notesSlide" Target="/ppt/notesSlides/notesSlide5.xml" Id="Rad7053dce0fc44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8dc87bbe54b82" /><Relationship Type="http://schemas.openxmlformats.org/officeDocument/2006/relationships/notesSlide" Target="/ppt/notesSlides/notesSlide6.xml" Id="R85b320cbd4424f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1655c47e64f68" /><Relationship Type="http://schemas.openxmlformats.org/officeDocument/2006/relationships/notesSlide" Target="/ppt/notesSlides/notesSlide7.xml" Id="Rf86c276705ca47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539b37d134bb1" /><Relationship Type="http://schemas.openxmlformats.org/officeDocument/2006/relationships/notesSlide" Target="/ppt/notesSlides/notesSlide8.xml" Id="R30279148c3a94e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f73e5b79a4a54" /><Relationship Type="http://schemas.openxmlformats.org/officeDocument/2006/relationships/notesSlide" Target="/ppt/notesSlides/notesSlide9.xml" Id="R86caa6db75114d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7c9ae37e446cf" /><Relationship Type="http://schemas.openxmlformats.org/officeDocument/2006/relationships/notesSlide" Target="/ppt/notesSlides/notesSlide10.xml" Id="R83030bb89f8749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2cbfbeb7349d7" /><Relationship Type="http://schemas.openxmlformats.org/officeDocument/2006/relationships/notesSlide" Target="/ppt/notesSlides/notesSlide11.xml" Id="Ra63eba3d621344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44f660d0741d3" /><Relationship Type="http://schemas.openxmlformats.org/officeDocument/2006/relationships/notesSlide" Target="/ppt/notesSlides/notesSlide12.xml" Id="Rfbe9b31cc24e49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6FE48-A884-40FD-AD19-A2CE7B8A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4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5E6E0-C7CC-4063-A9EF-E6300579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Reliable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3849A-DE5B-4A10-9985-D60C936A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Training improves only when optimization, capacity, data, and validation evidence are diagnosed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11BD3-339F-460F-ADE7-7F709C01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8E68B-2B5E-4FD1-83E1-A50801D3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67250"/>
            <a:ext cx="406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4F0F6-450A-4287-B665-F8406C7D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190625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DE6B0-98B9-4560-A0BE-ECD1F134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89971" y="3213259"/>
            <a:ext cx="675227" cy="777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0A4AE-9CDF-4281-ACC1-36443257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65199" y="2604611"/>
            <a:ext cx="714946" cy="6086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168F5-C22A-4573-B142-281DDF89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80145" y="2131219"/>
            <a:ext cx="794385" cy="473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939AB-72A6-4921-A8EF-4694AF96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74530" y="1860709"/>
            <a:ext cx="794385" cy="2705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3100F-48AE-4596-8518-FE648051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68915" y="1725454"/>
            <a:ext cx="595789" cy="1352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EC7B9-91A3-4FB2-BE21-42AC2E3B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89971" y="3382328"/>
            <a:ext cx="675227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09078-1509-4075-AC58-4DEBBBA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65199" y="2908935"/>
            <a:ext cx="714946" cy="473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DF477-ECEB-4381-AC57-1E5817D2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80145" y="2706053"/>
            <a:ext cx="794385" cy="2028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1E971-6FDF-40D7-8F57-6293B97B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2706053"/>
            <a:ext cx="794385" cy="1690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14B24-B271-4543-9F1C-01B43E49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915" y="2875121"/>
            <a:ext cx="595789" cy="236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C3DD4-D6B7-412E-9724-365F49D2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CD8A6-1DA5-4ABD-8A14-F49D3B2D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095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FF05C-2EAD-40C7-8782-51AD37BA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20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B92E2-8C78-4032-AC79-0E65C3C1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95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2B37E-6126-49AA-85F0-4CD9224E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06253-FB28-44CE-8787-84E0DF22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5813E-1588-458A-84FE-9EEB091C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423F9-E34A-43DE-8E19-C3FB0803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111EC-4CA9-4B97-9BF9-2B7CE610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377423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315D6E-BD45-4BAA-B7F0-1A7CD97B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4E930-AA77-4843-B696-3DB3F8AE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51155-8B94-404A-B55E-DDDBE9FC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920D2-BCFB-4A83-B511-5F7BCCBD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CEBA0-F0CA-44C4-B551-6A92629E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SGD, momentum, RMSProp, and Adam by their update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CE632-CDC5-4640-B764-072DC201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61285-FD78-4977-B537-CEFFADF2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ED641-8EBA-4C05-A398-4C316654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A7729-8CFF-455F-A34B-CF143754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Read learning curves to distinguish optimization failure from overfitting.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47F51-4145-4EE9-9795-78AE8E0D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C43F1-C7FD-4725-A84D-5269F7BE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D9D23-B502-4E6F-85AD-918EBD44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528E3-4BCF-44AC-88DC-3A34D48C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Design controlled regularization and hyperparameter experiments.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BD2C6-E370-446D-A20B-920362EA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885BC-8383-4DE6-8E45-31B6369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1E732-0182-4A7C-8C2B-D1585302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9AFDE-5C1C-46FD-AB64-584065ED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curves are diagnostic instruments, not decoration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F016E-B32D-4A38-BDB2-814A3333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FE25A-3C2A-4E9C-8210-86847E4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Optimizers reshape the path, but cannot repair a bad objective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C8C5D-2E15-4F3D-BE1A-85541714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AC6DF-58DB-428A-BC40-0F13025D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widening validation gap points to generalization, not convergence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66351-D025-4629-8729-52F8ED98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7468A-0694-4A11-B410-496EAC6B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Regularization changes the effective hypothesis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8FDFF-7159-4CDE-A860-6F2061CE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544B5-D70C-447B-B5D0-B9B11166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Underfitting and overfitting require opposite first moves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C5B1B-0D3C-4420-B407-3C9ED062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E0B0D-043F-438D-917D-82A35EB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Treat each failed run as a diagnosis problem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059A3-CD8B-4A93-BF8C-2979FD09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1F992-08C6-4CF8-8F9C-08E0BF94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C919F5-DC97-4DDE-B20D-3601250E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048EC-3489-405A-B453-158BCD85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103643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CA022D-8F1C-4154-AFB7-F31EF2B2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CB772-86E2-433D-90D5-0B91144A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curves are diagnostic instruments, not decoration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A5859-6728-44D4-AA24-F7EC4B35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C1F09-4887-487D-9EE6-C491BA13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3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87754-7443-46DC-991B-15F9270F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38375"/>
            <a:ext cx="0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68D1C-D37D-4E00-9204-0C9175DD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16405" y="3283744"/>
            <a:ext cx="1690497" cy="383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0B995-EE58-4530-8C87-A50AC8D9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06902" y="2983706"/>
            <a:ext cx="1789938" cy="30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C33BF-5E31-49A0-8413-7C89509F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96840" y="2750344"/>
            <a:ext cx="1988820" cy="233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1B216-9135-46C4-A69D-B161EEFF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85660" y="2616994"/>
            <a:ext cx="198882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71931-2395-4B4E-88E6-D2F494F6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74480" y="2550319"/>
            <a:ext cx="149161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C88D4-BDCD-4C94-BFFE-52950553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16405" y="3367088"/>
            <a:ext cx="1690497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A241A-9B73-4A00-9383-552D4465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06902" y="3133725"/>
            <a:ext cx="1789938" cy="233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69F49-B079-4477-A58A-924EDB29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96840" y="3033713"/>
            <a:ext cx="1988820" cy="1000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A479B-945D-4822-9043-C2875629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660" y="3033713"/>
            <a:ext cx="1988820" cy="83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08627-DBD1-4242-B37B-B65BC77B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3117056"/>
            <a:ext cx="1491615" cy="11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10F5F-BCD7-4483-A125-BEEA439B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57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77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E8A86-C2D5-478F-B9DD-C9AADF96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43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D2A79-9F45-4F60-B2C1-14B70D47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57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65B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41F8F-ACBD-4383-939A-162B05F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431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58C21-F79E-44B8-BF59-B8EEE64F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Change one cause at a time and judge it on validation data; the test set remains untouched until the end.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2F58B-F040-4B7C-801B-BCDC38EB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6B5CF-4E33-4B1D-A640-4C3B0F61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1552C-8FBD-4BB2-B1B7-B4991698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94BDD-B397-4EDC-8516-C54C3665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D0001E-685D-49A8-8226-9D7C1DF9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240902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F922B1-14EF-4E36-B02D-09C0876B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1A71D-3421-4299-82D3-1FF929A6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Optimizers reshape the path, but cannot repair a bad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F80E7-EBC1-4500-BA6D-D0E6AAD4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SGD follows noisy minibatch gradients and often generalizes strongly.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Momentum averages direction; RMSProp adapts coordinate scales; Adam combines both ideas.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Warm-up and decay manage early instability and late convergence.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D6E02-6A89-4694-9917-962B66E8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0F88B-E81C-4DD3-8592-439476ED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2188"/>
            <a:ext cx="102298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SGD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55B87-92C0-4893-AB5D-3F339374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535" y="2395538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9ECDC-6F85-481D-9E12-7B1B9B7C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085" y="2262188"/>
            <a:ext cx="1585627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raw gradient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9413D-3077-4242-BAC6-FC2E6BEA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762" y="2395538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F47FA-5329-479F-B9E1-A72AE7F8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312" y="2262188"/>
            <a:ext cx="2049113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direct, noisy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ACA25-FDF2-4531-B43E-FB2678D5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102298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Momentum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F0609-71E7-46F0-B8F4-42E1330D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53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81D5-BE2B-4BDE-A36C-A7888BDC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085" y="3057525"/>
            <a:ext cx="1585627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running velocity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67870-260B-4964-8F4E-117F4EB0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762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83A6C-5E7D-42A7-8189-12C296D3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312" y="3057525"/>
            <a:ext cx="2049113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smoothed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9E528-E2A2-46C7-A38A-2F620ED1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2863"/>
            <a:ext cx="102298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Adam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0EE7F-BC1C-4553-93B5-5409A2B4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535" y="3986213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428CC-7722-4056-8F91-A7DF7D8D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085" y="3852863"/>
            <a:ext cx="1585627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moments +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2C3D5-AF67-44C7-AABD-CC54C72B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762" y="3986213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39177-974A-4C32-96BE-52AC27C7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312" y="3852863"/>
            <a:ext cx="2049113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adaptive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BEB51-E5AE-403B-A303-A04DB684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Training improves only when optimization, capacity, data, and validation evidence are diagnosed separately.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3C0E5-E867-4862-A6F2-838B811E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9681C-F125-45D9-834A-507923A3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04095-717F-4744-A44B-A621C8AB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56611-4D84-40BF-8DDE-6E5B6B59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083965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D840A1-945A-4792-806E-1FECE62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C27BE-B910-4820-9D87-5CEA83A9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widening validation gap points to generalization, not convergence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F0177-5449-4AA7-ACAD-88202C2B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4BD9F-7624-4221-80B6-6892CB9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Training loss falls from 0.8 to 0.1 while validation loss bottoms at 0.45 and rises to 0.7.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8E9FA-3650-44AB-A23C-F1D2AEC9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FB03B-0459-4539-90C9-872E2F5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Optimization is succeeding on training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641FD-4D85-4ADD-914B-C576C0B1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61D8C-CCCD-4533-A999-24E2C29D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best checkpoint occurs near minimum validation loss.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44B50-CE32-4D60-A0A2-8111FB1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1528D-E6D9-45FF-80A0-151E336E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Try data, regularization, or capacity interventions before changing the loss.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CBCB4-86B5-46C1-AC1D-CE572C01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D1CF6-1A44-4B58-9316-A7BE9D92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1A2C6-BAC0-4362-A846-6E709617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Early stopping selects a checkpoint; it does not explain or eliminate the underlying generalization gap.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2017E-A3A1-4350-A1F8-D74FDE58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C0176-597A-4A5F-8BAE-2D295AA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F0650-C27C-4095-8674-49F66E41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FDFF2-DF84-40FD-9DD2-7DF9C73A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188059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D64A7D-5946-4DFF-B4A2-83D7FE07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A3924-DF4B-4291-9FBC-D2C0E1A6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Regularization changes the effective hypothesis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B7575-7CF3-4C67-913A-CF00DF74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Weight decay discourages large weights; dropout samples subnetworks.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Augmentation encodes invariances through data transformations.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Normalization stabilizes optimization but is not a substitute for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38FA4-E976-415B-8E15-5850E5AB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4D62E-64F0-4852-9E4B-26843010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C1951-3483-4CA2-94E3-1A4F78E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74015-79B1-407D-B37E-343AFFC1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the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F8AC2-544E-4508-AA4D-9D7BB71E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405D5-DA6B-41B2-A9C3-431E34CC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A6A06-ED47-47A4-A065-366E4A27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one intervention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A2F7B-B025-404D-BF31-BE06E4CC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586F0-8E84-42C9-8D46-0794A655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1C2FA-11F3-4AA8-B83D-A0E83198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Run an ablation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6D5F4-599C-4D40-87CB-2C6BA409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B7286-1559-4675-8179-929B558E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678EE-2716-4AAF-97D7-5AAF8ACF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6E560-2E96-4678-9ED8-C8C2722A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162D8-18C1-487C-9388-C528C932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7808652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C22D3A-A47D-4E82-8F2E-3478F57F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B3885-5C8F-4F14-AEA6-FE580292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Underfitting and overfitting require opposite first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7E532-5440-4FF6-A1F5-3E095387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same low validation score can arise from insufficient learning or excessive specialization.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EEC0D-EF64-4BD1-8E45-EB547902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FC669-36E4-4790-86E7-EF85D299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Underfitting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89A0B-36DC-4E00-BB30-C8E79B96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Training and validation both poor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Increase capacity or train better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Check features, loss, and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7523E-7847-4A21-9798-C2234AE9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EBA3E-1131-4B39-96B5-0E3472A3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Overfitting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65801-DBD3-44C4-9EAF-2AA19F2B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Training strong, validation weak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Add data or regularization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Reduce leakage and shortcut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D71F3-6135-44F7-96CB-FCE4C2DA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12E5F-7E36-401D-A645-68A5C338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6B15E-7AB1-4FC2-92DC-DAA24B2F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643C5-4A15-4193-BB84-E93AD97C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970841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C46BE7-9387-42FB-B2D4-AA4AB678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B29E4-69EA-450D-9D94-F59B0A90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controlled experiment records more than final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7BC31-5BDC-43AA-A792-3FA4A9C4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2324C-6983-4784-8E89-726047B8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run = train(config, seed=42)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log(train_loss, val_loss, lr)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save_if_best(model, val_loss)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report(params, time, memory)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compare_one_change_at_a_time()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203C8-0C8D-4712-8423-94A32B79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27513-9323-456C-A79D-F05B46EE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D3144-B586-429B-8AFD-8A8A814B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Never tune on test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B5E43-CC52-4A96-BFA3-0AA4E53E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76CD7-B29F-4F54-B194-E0B79368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Keep data budget and seeds comparable.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DAA40-844A-4130-93FC-6EC89AB4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E136F-F255-4414-9BCE-D8C6F133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Restore the best checkpoint.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DB74E-A223-4B27-A662-CDB670A8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3C67F-BAB8-40F8-B52C-5F6CEF43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7BE7C-E5CC-4632-A8C7-45B99065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DB70C-660E-49FC-BDD5-F5E39CE4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8947849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CBD52-5452-44A5-898E-CCD6A636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66D64-11ED-48C9-BF1A-54662610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Optimization symptoms often get misdiagnosed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0CCC0-94AC-4415-8D74-EEA1CA3A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13AFD-1708-43DC-A717-9F2505C9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ADBF6-7B7D-4454-9149-54C22195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Plateau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1F97E-D176-44AD-A466-42BD48FE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rate, scaling, or capacity may be limiting progress.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37E44-4FEB-4089-BFFF-65327611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A53C5-2BEE-4725-BC77-5A400457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D8DE7-B633-4505-93A6-F2594600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Oscillation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C0AC2-C973-4DE4-B338-7F50425E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Step size or momentum is too aggressive for the local geometry.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3E29F-1AF5-4FA3-966A-97027449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C5B75-CD96-456D-8D96-C0D22201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94D84-6F73-4920-9513-FAF62F2E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Validation drift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BDB9B-B0F6-4A37-A1F6-65304F8E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Overfitting, leakage, or distribution mismatch is increasing.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73895-A829-4304-AE6F-B80EC7A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958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40EE7-4BAC-4775-816A-67D22045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64796-96A6-4A8A-B75D-84ABF239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43F08-24EE-43D5-9F9A-04A9D012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228A8-A707-41B6-9FE6-D11D0CDC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6752034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DFB2CA-90A6-466B-8412-2D63C69F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E494C-BF73-46A2-9D1E-04EF4FF6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Treat each failed run as a diagnosis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91A2B-2271-4147-BED5-E106F303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B7101-5405-4D09-A6CE-FE477E68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Given four learning-curve panels, choose the first intervention and state what result would confirm your diagnosis.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60F00-1093-47DF-AD4F-0AF3F06D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26C80-CC3F-4846-910A-915A0DF5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Classify the failure.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5A23F-35D1-4DFF-9C53-A33A8049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B523D-7EC9-4A52-83F4-B103ED9A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one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9AFB2-35AE-4CF5-A142-E84C7E23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AC769-653A-4897-A064-F2253992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the confirming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F71F8-AE37-48C0-855B-CCA92D3D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8343C-3623-4345-9812-9AADF2C0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defensible plan separates optimization evidence from generalization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E12D7-7EFA-469F-B952-A91490EC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BE0DD-9CE8-4953-9DB1-01DD218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35014-8047-4A2F-A361-12736BF0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98AE7-08E6-406C-A12D-78F4C4EE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700668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23C75A-0847-4EF2-BA6D-0D06D6FA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AE605-D723-4F33-B401-3308A91F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2FE85-3747-4232-A392-8CA8430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34357-53E0-4B06-881D-4F45FCEC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A6970-E1CF-4CF6-971C-EAEAEB6D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4E448-977B-4945-94A3-9C35FB48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Optimizer behavior and objective quality are different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E6D87-8ED8-4B41-968E-C6E63E3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CD5DA-FA46-446F-8C76-CCFEF410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43B1E-3682-4CD6-A8A4-2D722EB1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Validation curves locate the best evidence, not just the best epoch.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9FA88-DEF9-4BF6-8D32-EB808E6B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50B9D-3484-4851-8D33-190808F2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D158C-2EFB-4331-B2F7-8B93EDFA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Ablations make regularization claims credible.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B4DEB-201B-43C6-88A3-D6A41514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Training improves only when optimization, capacity, data, and validation evidence are diagnosed separately.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DB90C-728A-4C1D-9373-8F22892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8-9 and 20 | B2 Ch. 7-8 and 11 | B3 Ch. 12 and 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41395-FF91-439C-9624-AB8F8CFA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B4230-A28B-4FAE-B72D-3A03DA89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F1075-3C5B-47C9-89E1-484B599E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3261537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A4306E-C2C6-4949-A2DF-657F93A4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42B2D-19B6-4DFA-A289-78FFC157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Training improves only when optimization, capacity, data, and validation evidence are diagnosed separately.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308BA-09F7-4EF1-B0F4-68872C52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DC279-D938-4860-94AC-85B8A9E3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C6E57-A889-4040-9E9E-3BD34D26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should the test set remain untouched during tuning?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8A04D-8EE0-47EC-99C3-81E36067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BCEBF-8879-4F5F-A52C-31D427D4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evidence distinguishes underfitting from overfitting?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FAD06-1CB2-4DC4-A853-5F26A628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D9393-DC0F-4BD6-AC16-EC195AD3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2466E-615A-4F25-81BE-00CD5595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79280-BB6F-4CF1-B9B3-451E0243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E4F58-59EA-47A2-8920-04383CA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7B3E7-B695-41D3-809D-7B135F06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65EB0-992C-47CA-82C2-246CF4FC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et al., Dive into Deep Learning (Cambridge University Press, 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00A28-D7FF-42FD-A421-DF7A2858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C2375-9893-47F4-9315-E477D294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4 | Reliable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A1A1D-D94F-43D4-AD74-65EC9C4F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530209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2026-07-12T22:11:20.0890000Z</dcterms:created>
  <dcterms:modified xsi:type="dcterms:W3CDTF">2026-07-12T22:11:20.0890000Z</dcterms:modified>
</coreProperties>
</file>