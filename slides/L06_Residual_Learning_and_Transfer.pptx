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91b6ea26b04a93" /><Relationship Type="http://schemas.openxmlformats.org/officeDocument/2006/relationships/extended-properties" Target="/docProps/app.xml" Id="R88e0d30cd50e4abb" /><Relationship Type="http://schemas.openxmlformats.org/officeDocument/2006/relationships/officeDocument" Target="/ppt/presentation.xml" Id="Rff1427243737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89bddd69ef4685"/>
  </p:sldMasterIdLst>
  <p:notesMasterIdLst>
    <p:notesMasterId xmlns:r="http://schemas.openxmlformats.org/officeDocument/2006/relationships" r:id="R9230905d3d664a3d"/>
  </p:notesMasterIdLst>
  <p:sldIdLst>
    <p:sldId xmlns:r="http://schemas.openxmlformats.org/officeDocument/2006/relationships" id="256" r:id="Rb0abc6918bc94b59"/>
    <p:sldId xmlns:r="http://schemas.openxmlformats.org/officeDocument/2006/relationships" id="257" r:id="R7312567d56e74b88"/>
    <p:sldId xmlns:r="http://schemas.openxmlformats.org/officeDocument/2006/relationships" id="258" r:id="Rb6739bd2b8824eb0"/>
    <p:sldId xmlns:r="http://schemas.openxmlformats.org/officeDocument/2006/relationships" id="259" r:id="R92dd655b19e44111"/>
    <p:sldId xmlns:r="http://schemas.openxmlformats.org/officeDocument/2006/relationships" id="260" r:id="R3be2a5d47eac4496"/>
    <p:sldId xmlns:r="http://schemas.openxmlformats.org/officeDocument/2006/relationships" id="261" r:id="R7d56b10578ed4b80"/>
    <p:sldId xmlns:r="http://schemas.openxmlformats.org/officeDocument/2006/relationships" id="262" r:id="R6406650af8384e37"/>
    <p:sldId xmlns:r="http://schemas.openxmlformats.org/officeDocument/2006/relationships" id="263" r:id="R613be68f6bf8464f"/>
    <p:sldId xmlns:r="http://schemas.openxmlformats.org/officeDocument/2006/relationships" id="264" r:id="Rfe7d9cea1e6e4ce5"/>
    <p:sldId xmlns:r="http://schemas.openxmlformats.org/officeDocument/2006/relationships" id="265" r:id="R7521b79b2c7b43ae"/>
    <p:sldId xmlns:r="http://schemas.openxmlformats.org/officeDocument/2006/relationships" id="266" r:id="Ra77ffaa30c704919"/>
    <p:sldId xmlns:r="http://schemas.openxmlformats.org/officeDocument/2006/relationships" id="267" r:id="R76c8bc3095dc45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39628eddb64f22" /><Relationship Type="http://schemas.openxmlformats.org/officeDocument/2006/relationships/slideMaster" Target="/ppt/slideMasters/slideMaster1.xml" Id="R6b89bddd69ef4685" /><Relationship Type="http://schemas.openxmlformats.org/officeDocument/2006/relationships/notesMaster" Target="/ppt/notesMasters/notesMaster1.xml" Id="R9230905d3d664a3d" /><Relationship Type="http://schemas.openxmlformats.org/officeDocument/2006/relationships/presProps" Target="/ppt/presProps.xml" Id="Rd27e4e82def04be4" /><Relationship Type="http://schemas.openxmlformats.org/officeDocument/2006/relationships/tableStyles" Target="/ppt/tableStyles.xml" Id="R8ad9f6c1dbff4599" /><Relationship Type="http://schemas.openxmlformats.org/officeDocument/2006/relationships/slide" Target="/ppt/slides/slide1.xml" Id="Rb0abc6918bc94b59" /><Relationship Type="http://schemas.openxmlformats.org/officeDocument/2006/relationships/slide" Target="/ppt/slides/slide2.xml" Id="R7312567d56e74b88" /><Relationship Type="http://schemas.openxmlformats.org/officeDocument/2006/relationships/slide" Target="/ppt/slides/slide3.xml" Id="Rb6739bd2b8824eb0" /><Relationship Type="http://schemas.openxmlformats.org/officeDocument/2006/relationships/slide" Target="/ppt/slides/slide4.xml" Id="R92dd655b19e44111" /><Relationship Type="http://schemas.openxmlformats.org/officeDocument/2006/relationships/slide" Target="/ppt/slides/slide5.xml" Id="R3be2a5d47eac4496" /><Relationship Type="http://schemas.openxmlformats.org/officeDocument/2006/relationships/slide" Target="/ppt/slides/slide6.xml" Id="R7d56b10578ed4b80" /><Relationship Type="http://schemas.openxmlformats.org/officeDocument/2006/relationships/slide" Target="/ppt/slides/slide7.xml" Id="R6406650af8384e37" /><Relationship Type="http://schemas.openxmlformats.org/officeDocument/2006/relationships/slide" Target="/ppt/slides/slide8.xml" Id="R613be68f6bf8464f" /><Relationship Type="http://schemas.openxmlformats.org/officeDocument/2006/relationships/slide" Target="/ppt/slides/slide9.xml" Id="Rfe7d9cea1e6e4ce5" /><Relationship Type="http://schemas.openxmlformats.org/officeDocument/2006/relationships/slide" Target="/ppt/slides/slide10.xml" Id="R7521b79b2c7b43ae" /><Relationship Type="http://schemas.openxmlformats.org/officeDocument/2006/relationships/slide" Target="/ppt/slides/slide11.xml" Id="Ra77ffaa30c704919" /><Relationship Type="http://schemas.openxmlformats.org/officeDocument/2006/relationships/slide" Target="/ppt/slides/slide12.xml" Id="R76c8bc3095dc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168e0b0cd942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19cf1109745a1" /><Relationship Type="http://schemas.openxmlformats.org/officeDocument/2006/relationships/notesMaster" Target="/ppt/notesMasters/notesMaster1.xml" Id="Re1b1b0833e774b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19f14cb52d4551" /><Relationship Type="http://schemas.openxmlformats.org/officeDocument/2006/relationships/notesMaster" Target="/ppt/notesMasters/notesMaster1.xml" Id="Rff5ce7cd57da4f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f2d9d9a1264dff" /><Relationship Type="http://schemas.openxmlformats.org/officeDocument/2006/relationships/notesMaster" Target="/ppt/notesMasters/notesMaster1.xml" Id="R28a9637f7f9d46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0a0cc50ad04c8a" /><Relationship Type="http://schemas.openxmlformats.org/officeDocument/2006/relationships/notesMaster" Target="/ppt/notesMasters/notesMaster1.xml" Id="R8a23936d8c3541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9b7fc94e2c4b83" /><Relationship Type="http://schemas.openxmlformats.org/officeDocument/2006/relationships/notesMaster" Target="/ppt/notesMasters/notesMaster1.xml" Id="Rca174e4093124f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39cb71faeb4b16" /><Relationship Type="http://schemas.openxmlformats.org/officeDocument/2006/relationships/notesMaster" Target="/ppt/notesMasters/notesMaster1.xml" Id="Rdc7f39752cb844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b60de18c94d7c" /><Relationship Type="http://schemas.openxmlformats.org/officeDocument/2006/relationships/notesMaster" Target="/ppt/notesMasters/notesMaster1.xml" Id="Rcf5531da277c4a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0f8e075c9247e6" /><Relationship Type="http://schemas.openxmlformats.org/officeDocument/2006/relationships/notesMaster" Target="/ppt/notesMasters/notesMaster1.xml" Id="R20f4dbb36f804e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b61b59ddec4804" /><Relationship Type="http://schemas.openxmlformats.org/officeDocument/2006/relationships/notesMaster" Target="/ppt/notesMasters/notesMaster1.xml" Id="R591de7c42a3740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df442340524012" /><Relationship Type="http://schemas.openxmlformats.org/officeDocument/2006/relationships/notesMaster" Target="/ppt/notesMasters/notesMaster1.xml" Id="R512f990c01744b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a18c577b9c41f8" /><Relationship Type="http://schemas.openxmlformats.org/officeDocument/2006/relationships/notesMaster" Target="/ppt/notesMasters/notesMaster1.xml" Id="Ra7b4f4307bb34c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b5725f2fd64118" /><Relationship Type="http://schemas.openxmlformats.org/officeDocument/2006/relationships/notesMaster" Target="/ppt/notesMasters/notesMaster1.xml" Id="R3a7d6acde1664e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595555dfb40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4df4b47da42f1" /><Relationship Type="http://schemas.openxmlformats.org/officeDocument/2006/relationships/slideLayout" Target="/ppt/slideLayouts/slideLayout1.xml" Id="Rbdba9765e55b46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ba9765e55b46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25ca498014012" /><Relationship Type="http://schemas.openxmlformats.org/officeDocument/2006/relationships/notesSlide" Target="/ppt/notesSlides/notesSlide1.xml" Id="R16e19709b51046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f7946420f4376" /><Relationship Type="http://schemas.openxmlformats.org/officeDocument/2006/relationships/notesSlide" Target="/ppt/notesSlides/notesSlide2.xml" Id="R3f5dbc82d27141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8d32197a64619" /><Relationship Type="http://schemas.openxmlformats.org/officeDocument/2006/relationships/notesSlide" Target="/ppt/notesSlides/notesSlide3.xml" Id="R6ac612da32ae40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0298ae452462b" /><Relationship Type="http://schemas.openxmlformats.org/officeDocument/2006/relationships/notesSlide" Target="/ppt/notesSlides/notesSlide4.xml" Id="R82f720f8a86541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a4d2b478d4caa" /><Relationship Type="http://schemas.openxmlformats.org/officeDocument/2006/relationships/notesSlide" Target="/ppt/notesSlides/notesSlide5.xml" Id="R1698059e044249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7ccf84f094b68" /><Relationship Type="http://schemas.openxmlformats.org/officeDocument/2006/relationships/notesSlide" Target="/ppt/notesSlides/notesSlide6.xml" Id="R3aac13b3b41248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60fdff27e4beb" /><Relationship Type="http://schemas.openxmlformats.org/officeDocument/2006/relationships/notesSlide" Target="/ppt/notesSlides/notesSlide7.xml" Id="Rd8a5ee624b4444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5b6bde79e4f6c" /><Relationship Type="http://schemas.openxmlformats.org/officeDocument/2006/relationships/notesSlide" Target="/ppt/notesSlides/notesSlide8.xml" Id="Rc8a80e1ce60341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838fc9b8a4826" /><Relationship Type="http://schemas.openxmlformats.org/officeDocument/2006/relationships/notesSlide" Target="/ppt/notesSlides/notesSlide9.xml" Id="Ree432b16f8004b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29b0a664a4a90" /><Relationship Type="http://schemas.openxmlformats.org/officeDocument/2006/relationships/notesSlide" Target="/ppt/notesSlides/notesSlide10.xml" Id="R8731f8af13a846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71eb2e63b4459" /><Relationship Type="http://schemas.openxmlformats.org/officeDocument/2006/relationships/notesSlide" Target="/ppt/notesSlides/notesSlide11.xml" Id="R256f68582ab448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e749832224e39" /><Relationship Type="http://schemas.openxmlformats.org/officeDocument/2006/relationships/notesSlide" Target="/ppt/notesSlides/notesSlide12.xml" Id="Ra1bbe4225f7348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965DC3-CB40-4821-9C24-023AF985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6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E63C7-1D03-4158-A848-898702C3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Residual Learning and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2E852-2C37-4180-9D6B-74FAE129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Residual paths make deep optimization easier, while pretrained features reduce the data needed for a new vision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C89D6-0E06-469C-BA75-EADEF7FF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CD828-48BC-4917-85C4-1892F08B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9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0408B-B513-4781-AB64-DDCC73CB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383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Source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3E494-678D-40B4-B309-7F6F18C6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009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49D45-2C9F-48CE-B791-339B97D6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18383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Residual backbone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49D23-6506-416C-BC21-C9B218A0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17F80-EF30-4443-B559-D7BD4C81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3367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Pretrained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247A0-4F30-46FA-94AD-E7818A2B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905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84DD0-7DF2-4FC1-B78F-61A2AD2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273367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Replace 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C991C-E061-4DF7-8D34-FEF0225D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00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39D64-45A9-44E7-A243-10DB4E90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6290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Freeze / tune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40558-4FE1-46F9-B7DF-5230735B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800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9D86A-8FCF-4972-AB7F-C9AAC5D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3629025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Target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AB33C-AFF9-42A2-BA3A-3376427F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C7464-C523-408D-ACD8-BD07F6B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75FB1-906A-428E-BEE8-F803005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EA04C-2AFB-460F-BC80-976855C9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45228-CC7E-4130-A206-CE52599C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2006509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080710-8C7F-4E30-9B12-CEEBD9A7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963D1-8DEE-40AF-BBF8-485A95C0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88A7A-2D09-472B-8F88-A4DB69AE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72D46-3D31-4EFA-9266-832E12A4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1A3A6-222C-49CC-B825-1B6966F5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residual, Inception, and DenseNet design ideas.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A00DC-90DB-496B-BACF-44A04F1E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99B51-C447-4EBB-B398-A10B3B17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C4495-AA8A-4845-AABD-A4424349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9E8D0-FD77-47E8-973F-F7E7388C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Plan feature extraction, partial unfreezing, and full fine-tuning.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81427-4A35-4195-ABB9-1AA39C59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FA834-B652-4E34-9F9B-49A6F28B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3731D-F7E7-462A-9207-5DF0FC53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5C9CC-2295-4219-9644-F4D8E4BF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Evaluate domain shift, trainable parameters, and compute trade-offs.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44A48-8665-4548-9A51-C598C23B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80510-B391-424E-B2F6-D664B3A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2220E-5E15-4211-8472-3E20BECB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A36F1-98B0-493B-9D49-159945CB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Modern vision models separate reusable backbones from target heads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75EE0-A68D-4735-8682-2B5B70BA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1632C-1FEF-48EA-8424-013F3510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residual block learns a correction to an identity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6FD85-32DF-4663-AFEC-2C284521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A1017-0980-4AD7-A063-A9854B77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Freeze first, then unfreeze only when validation evidence supports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E58AE-D433-4289-9424-69A93383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BD27A-3ADB-485B-B088-A6997BAA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Fine-tuning is a ladder, not an all-or-nothing switch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9642B-9903-4C59-986A-914A9D9D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03D012-B29C-4BAB-A0FB-0207CC85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Architecture reuse and domain similarity drive the transfer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076F8-1545-4F50-9ECC-D29C5508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952E1F-4C01-42B8-B92A-1675AFF0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a fine-tuning strategy from data, not habit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EBDDC-B834-480A-B9D8-91FEE4EA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25EF1-F5EE-4057-ACE1-9E59AE60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8E1C01-FCA1-47C2-B06A-6A21818E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061FC8-6B17-49C5-B343-6838364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151524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5B6BED-553A-4C50-81A1-93B2D8C1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2E864-59B7-4E03-90A9-4130F227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Modern vision models separate reusable backbones from target heads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DA540-C62C-47E3-91FF-8D503675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04955-9026-416B-927D-355B49E9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B930E-6B16-43DA-BC6C-D101C8C0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9533B-0D69-4505-8732-DC57D671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40AC8-7ED9-4FC9-A610-C31AA583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2FF49-0D03-4129-8837-80C9FDD8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FAEC4-64E7-4E36-BC49-FE2581AA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Source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7AF80-0EC1-4BFB-8A97-EAB2D75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Residual backbone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7DC6A-DFCF-4F62-983D-563E758A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Pretrained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B160E-A36D-4F38-96BF-BFAAF66F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Replace 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685C3-162A-4218-994E-3ECD35E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Freeze / tune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0ED8D-4069-44B9-B290-9D9180F0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Target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B446E-E7F7-42D1-B50A-E581B8F4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Transfer succeeds when learned features and preprocessing remain useful in the target domain.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3AF24-8EAF-4267-B452-C271C750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54C7C-5F6F-4A7B-A1D4-2F8D4AE4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15B1C-387E-48A0-B97E-B82436F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A7EA4-DB08-431B-A145-9AFEEBF0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B8126-E001-46EC-B70F-2F9AD05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658800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29F0D5-32B8-4833-B06A-1A9F04C7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7B712-E9AB-45B5-884E-A1D29F4A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residual block learns a correction to an identity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FC19B-4674-4D02-998D-5544F364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block computes y = F(x) + x when shapes match.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identity path gives gradients a short route through depth.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Projection shortcuts reconcile changed channels or resolution.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6F949-8614-4F58-A3B5-D533BB0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121F1-8907-455A-BEDC-2FD6A76F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450" y="3002280"/>
            <a:ext cx="71609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DC844-950E-4B95-98E2-8EFA07D3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711" y="3002280"/>
            <a:ext cx="1278731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Residual F(x)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CC5ED-95E0-4D43-B401-75B98C69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614" y="3002280"/>
            <a:ext cx="552450" cy="6096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2F41F-D553-49AB-B522-90BD333C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236" y="3002280"/>
            <a:ext cx="767239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28AB2-3ED9-4838-AF01-4320BFB8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540" y="3307080"/>
            <a:ext cx="230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2C829-16A3-425A-828A-B2081967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443" y="3307080"/>
            <a:ext cx="230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421AD-7D0A-4282-8554-259215A9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064" y="3307080"/>
            <a:ext cx="230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638D9-DD59-4488-9925-53C62FE0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495" y="361188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5B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DFA61-C8D7-4739-B5CA-D0DBBE1A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495" y="4069080"/>
            <a:ext cx="23733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5B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B7D23-79C7-48A9-81F7-A49F432E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839" y="361188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5B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CBDC2-1234-4826-962E-6DB8FEB8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540" y="4145280"/>
            <a:ext cx="24551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identity path: 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E3CB9-0FF2-4569-80FA-8AC11151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Residual paths make deep optimization easier, while pretrained features reduce the data needed for a new vision task.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8A9B9-4D41-4DF5-9E55-76171FD5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7C8C8-C28E-4259-8237-E3295D8F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85BB8-6BF9-41D5-ADC6-0DB75399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A2773-E2D5-4738-BD15-23EBCDAD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2127785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C549B-820C-4514-BC2C-03B8FB40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14017-AACA-43D4-9E10-3804AE66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Freeze first, then unfreeze only when validation evidence supports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AFD99-EECD-4E22-8868-CE035FC3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36C76-470A-415D-BE32-64726715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pretrained backbone has 11M parameters and a new head has 30K. The target set has 1,200 images.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A1903-2F99-4A67-A500-0F1EAAF0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4CF99-0FEF-4E30-8D93-4B7B05AF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 the head as a low-variance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38ABA-5F88-48AC-B02F-8CB0725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32F47-6E16-4C2A-B028-256383EC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Unfreeze the final block with a smaller learning 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7A1B7-7D00-4131-B800-8D91400D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419D6-B4C4-4D5D-9BF6-771B7F2B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validation gain, runtime, and domain-shift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3930D-2221-413B-B5B3-4B6BFA9B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373C5-96B0-4A53-B438-D9914412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D2A08-3C89-48E6-94FD-3FA158C9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More trainable parameters are justified only when they add repeatable target-domain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043BA-CB0A-4C2A-872C-1D171F9C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C8946-5FE8-46AC-9BD4-5BCC4279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E0B9F-9C3F-47A7-AB4E-E84D01A3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CDD70-6295-482B-A7D6-0AF019D0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912047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B29174-DAF0-4231-BF50-DD2AE03E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60369-5845-46EA-8D19-5F3975B1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Fine-tuning is a ladder, not an all-or-nothing switch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BDEA0-C384-4B37-A7A3-8199C4CB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Feature extraction trains only the new head.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Partial fine-tuning adapts late features while protecting general ones.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Full fine-tuning needs more data, smaller steps, and stronger monitoring.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A1364-B000-4AE2-BF3B-C338AD15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2B349-B02F-46A1-B69D-62DEA150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E558C-B7CF-4C8A-83A2-D947D3D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65E11-D7AE-4737-A262-F7B93A43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Frozen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729FD-76AB-47BD-836E-807306D0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51AE1-2942-4C8F-81AF-D6FA46F8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5831C-3187-4CE3-91FA-D5981F09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Unfreeze late 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178AE-97EB-4BC1-99DB-AEC1CD47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07791-17E8-491C-90B2-B34A9F5C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97C3B-3C95-4E97-A563-D0887561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Test domain shift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12417-4E85-47CC-8EA5-71E7E527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C62E5-87D1-44D8-8DE1-41BD1049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C5E2C-318A-49EF-B2F4-1ABF4A1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EAFA9-4ED0-4785-9A7F-68BFA164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6F6FB-13F7-44CD-8006-D64F2DB8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53346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9537A-7F3B-48DE-840C-55898E56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56D81-8489-4A3A-9B66-E671AF00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Architecture reuse and domain similarity drive the transfer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54674-05D7-43F6-ACAA-BE0504C6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model pretrained on related images usually transfers better than a larger model trained on mismatched signals.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24E4E-7B3E-4869-9EB5-F1AA9611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3EA6A-CBF3-46A7-A089-97A3DB4F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Freeze more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5A187-FD3E-490E-B11F-FF00ED5A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Very small target set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Source and target are similar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Compute or overfitting risk is high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6EACD-D616-46E4-92FA-7A9BD790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5A499-4813-47BE-BBF8-EFD63801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Fine-tune more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A3F7F-5FDB-4A48-BBF4-FB2D60BC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Larger target set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Meaningful domain shift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Validation supports adaptation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C1ACE-DB67-4031-A8F9-9E5F22BE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682CF-3EDA-4509-83D7-225B1270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BF2D1-A857-47D8-8F18-72CFD82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C1760-72F2-4036-BC6E-98CB9C65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818482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E4CADE-6F6F-4D63-A8A8-3A9C9B9D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A5A5E-E0F4-4F09-9E3B-FA9CEB0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Count trainable parameters before claiming efficiency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9EF44-B606-426C-8FFD-5C11C7C6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886CB-1A43-40DF-A4F8-620E51C8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for p in backbone.parameters():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p.requires_grad = False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model.head = nn.Linear(d, classes)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trainable = sum(p.numel() for p in model.parameters()</a:t>
            </a:r>
          </a:p>
          <a:p xmlns:a="http://schemas.openxmlformats.org/drawingml/2006/main">
            <a:pPr algn="l">
              <a:defRPr sz="142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            if p.requires_grad)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6033C-4325-4A76-80EE-1037F1FD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1BFA8-B73C-4C41-86C8-2A08A501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D1A08-664B-441F-B383-27B48387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the pretrained normalization.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EC89E-E038-426B-B9E9-620A92DD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106A9-01AF-4DCA-BECF-7C85A882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Reset optimizer after unfreezing.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E0B6D-7BC3-4BEC-A2EB-CBDA6D30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E08C2-3F91-4EBD-9F3A-415389C3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differential learning rates.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ED31C-A93E-4826-8A77-D2D7503A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B1E37-C009-4B22-B1D8-D2C9B8F8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6FC95-3FB0-4CA8-ABEC-BD88956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F5E0F-6D91-414A-8504-7098C59F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993554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E0874-45A4-42B7-83D2-A4F8CE0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F45F5-CC33-461A-87B6-0A19BB15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Transfer fails when assumptions, preprocessing, or updates drift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E4494-2766-48EC-82BE-F60721E8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68836-D2B4-4421-B179-ADDBFFF5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F2397-0AD6-486B-8E59-BC41DF5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Preprocess mismatch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7946E-C853-4293-8FB8-B0563CAE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Target inputs do not match the source normalization or resolution.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93A11-7E84-411B-B6E1-974F78A2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DDEDE-7AD2-4728-B9D3-78345A10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C309F-B044-4048-9CFD-262F82D6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Catastrophic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496DA-9AFC-4B3C-9AC5-C351A7EB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large learning rate destroys useful pretrained features.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0010F-000B-4D75-8049-DF587686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5DAEA-60DF-4926-A317-DA26ED33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5570D-4F97-4294-BFBA-41B40385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Domain shortcut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68AA2-3593-486B-A14B-C030FB44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Source-specific cues appear predictive but fail on the target.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F5D91-6196-48C0-A50D-DE52F195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E14BF-0D61-4B5A-B0D6-4A24234D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3EBD6-63D5-428B-9533-DF0A541F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51ACD-B014-4FF6-A586-EB6D3510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1D0EB-6575-4A31-ACBD-1E689E56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903101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D9830-15F4-4D49-A56A-5BDFB109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4B3E2-9961-44A7-A54A-8C2E4013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a fine-tuning strategy from data, not habit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69B5D-A89A-49E1-BFBB-478189E6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DB42F-6197-4169-9108-B6402B3F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three target tasks with different data sizes and domain distances, choose frozen features, partial fine-tuning, or training from scratch.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25A67-60F6-46C9-8F56-894F8313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F60E6-2037-4812-AA83-1A9F5536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Estimate domain similarity.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2952C-77DF-47DE-91DF-CA328110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A828-3EF9-43CD-85C1-AA4A5780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Estimate overfitting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ED20E-F220-48CB-84B9-5504B2B1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FDA64-906B-4F00-9124-64B990B3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Specify a validation comparison.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C62D0-C5ED-4398-A0FB-07011DD2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00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51345-7483-40FC-9EDC-315FF3D5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Every choice must include a rollback baseline and a domain-shift test.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5E8CA-F432-41C4-9406-09D36CFE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E5BF8-D537-46E7-B89C-88B94C13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17065-380A-4ADF-B092-F606355A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FAB9F-9417-465B-8815-E00ECA0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7163515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A2374-4429-4303-9FE8-AC5727B1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237F7-29E2-4414-A79C-E617BBE1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9F353-1BD4-4B3C-9B0C-E8A62571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B136D-9FAA-4E38-A88E-7B5A4D0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15587-9A2C-47FC-B456-4369ECF8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7AAA5-E9D3-4C70-ACAB-E45038FE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Residual paths improve signal and gradient 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A62B2-9F82-4B4F-A4A8-F087E40D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14157-DC79-4138-AB4F-29F4C7F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F5F0B-4B39-4CFD-9779-D6B9981F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pretrained backbone is a reusable representation, not a guarantee.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40FF2-4AA4-41E0-857A-7D8C8DD5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6F47A-8968-4D42-A843-1624445E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E24ED-E811-47B3-9D91-AD367212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Fine-tuning depth should follow validation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1A8FD-EA74-4401-9A0C-E168D6D2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Residual paths make deep optimization easier, while pretrained features reduce the data needed for a new vision task.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E002F-DDC2-4D0B-9B02-237707F9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11 | B2 Ch. 9 and 11 | B3 Ch. 8 and Sec. 14.1-14.2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3ACF8-3B18-4C79-8B2E-1055F7A4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E950C-6475-4504-8BCD-13A3D26B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1632A-7745-4471-8E64-A972C772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5872509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3C05F-AA8C-4A3C-9AE1-3FEAAE89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C6195-1AD3-4CB4-86CC-647E36D9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Residual paths make deep optimization easier, while pretrained features reduce the data needed for a new vision task.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E11A1-9358-4C68-AE1D-D11FACD0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5DB93-18F6-4E4F-96B0-4914A05E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72795-D0FD-4BC2-B474-C29348F4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reset the optimizer after unfreezing?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DC66D-2187-42CE-B13F-FB23CC13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3498B-C9AA-4360-8EF6-34441ECC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When might training from scratch be safer?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72F6D-6656-4E79-9767-DF410A7C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276AE-D086-47D4-8BC2-C4E6B4FD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B43C9-220C-4F1A-BED6-07232F2A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B6150-D717-4670-98A5-9C5ABC04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95D5B-E38C-4C6F-B343-35AC1648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B66BD-AE21-4A99-9169-846859B2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4BA84-68A4-47FD-B173-EB2C8B38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et al., Dive into Deep Learning (Cambridge University Press, 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ACE5F-76D9-457A-A8BE-0AEFADBE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CBF63-5316-4711-83BE-DC61AB93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6 | Residual Learning and 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C0C63-C277-48EE-A633-81D02CC2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143026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2026-07-12T22:11:35.4300000Z</dcterms:created>
  <dcterms:modified xsi:type="dcterms:W3CDTF">2026-07-12T22:11:35.4300000Z</dcterms:modified>
</coreProperties>
</file>